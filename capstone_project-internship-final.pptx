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2.xml" ContentType="application/vnd.openxmlformats-officedocument.presentationml.notesSlide+xml"/>
  <Override PartName="/ppt/notesSlides/notesSlide10.xml" ContentType="application/vnd.openxmlformats-officedocument.presentationml.notesSlide+xml"/>
  <Override PartName="/ppt/slideLayouts/slideLayout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slideLayouts/slideLayout9.xml" ContentType="application/vnd.openxmlformats-officedocument.presentationml.slideLayout+xml"/>
  <Override PartName="/ppt/slides/slide3.xml" ContentType="application/vnd.openxmlformats-officedocument.presentationml.slide+xml"/>
  <Override PartName="/ppt/slides/slide8.xml" ContentType="application/vnd.openxmlformats-officedocument.presentationml.slide+xml"/>
  <Override PartName="/ppt/notesSlides/notesSlide8.xml" ContentType="application/vnd.openxmlformats-officedocument.presentationml.notesSlide+xml"/>
  <Override PartName="/ppt/viewProps.xml" ContentType="application/vnd.openxmlformats-officedocument.presentationml.viewProps+xml"/>
  <Override PartName="/ppt/slideMasters/slideMaster1.xml" ContentType="application/vnd.openxmlformats-officedocument.presentationml.slideMaster+xml"/>
  <Override PartName="/ppt/slides/slide2.xml" ContentType="application/vnd.openxmlformats-officedocument.presentationml.slide+xml"/>
  <Override PartName="/docProps/core.xml" ContentType="application/vnd.openxmlformats-package.core-properties+xml"/>
  <Override PartName="/customXml/itemProps3.xml" ContentType="application/vnd.openxmlformats-officedocument.customXmlProperties+xml"/>
  <Override PartName="/ppt/notesSlides/notesSlide11.xml" ContentType="application/vnd.openxmlformats-officedocument.presentationml.notesSlide+xml"/>
  <Override PartName="/ppt/slides/slide10.xml" ContentType="application/vnd.openxmlformats-officedocument.presentationml.slide+xml"/>
  <Override PartName="/docProps/app.xml" ContentType="application/vnd.openxmlformats-officedocument.extended-properties+xml"/>
  <Override PartName="/ppt/slideLayouts/slideLayout8.xml" ContentType="application/vnd.openxmlformats-officedocument.presentationml.slideLayout+xml"/>
  <Override PartName="/docProps/custom.xml" ContentType="application/vnd.openxmlformats-officedocument.custom-properties+xml"/>
  <Override PartName="/ppt/slides/slide1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2.xml" ContentType="application/vnd.openxmlformats-officedocument.presentationml.notesSlide+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bleStyles.xml" ContentType="application/vnd.openxmlformats-officedocument.presentationml.tableStyles+xml"/>
  <Override PartName="/ppt/notesSlides/notesSlide4.xml" ContentType="application/vnd.openxmlformats-officedocument.presentationml.notesSlide+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s/slide5.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6.xml" ContentType="application/vnd.openxmlformats-officedocument.presentationml.notesSlide+xml"/>
  <Override PartName="/ppt/presentation.xml" ContentType="application/vnd.openxmlformats-officedocument.presentationml.presentation.main+xml"/>
  <Override PartName="/ppt/notesSlides/notesSlide7.xml" ContentType="application/vnd.openxmlformats-officedocument.presentationml.notesSlide+xml"/>
  <Override PartName="/ppt/notesSlides/notesSlide9.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4"/>
  </p:sldMasterIdLst>
  <p:notesMasterIdLst>
    <p:notesMasterId r:id="rId1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p:notesSz cx="6858000" cy="9144000"/>
  <p:custDataLst>
    <p:custData r:id="rId1"/>
    <p:custData r:id="rId2"/>
    <p:custData r:id="rId3"/>
  </p:custDataLst>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73" d="100"/>
          <a:sy n="73" d="100"/>
        </p:scale>
        <p:origin x="1042" y="72"/>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theme" Target="theme/theme1.xml"/><Relationship Id="rId6" Type="http://schemas.openxmlformats.org/officeDocument/2006/relationships/theme" Target="theme/theme2.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 Id="rId20" Type="http://schemas.openxmlformats.org/officeDocument/2006/relationships/presProps" Target="presProps.xml" /><Relationship Id="rId21" Type="http://schemas.openxmlformats.org/officeDocument/2006/relationships/tableStyles" Target="tableStyles.xml" /><Relationship Id="rId22"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820677961"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IN"/>
          </a:p>
        </p:txBody>
      </p:sp>
      <p:sp>
        <p:nvSpPr>
          <p:cNvPr id="284442793"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46256A78-79A6-408F-8148-4F87BB81602D}" type="datetimeFigureOut">
              <a:rPr lang="en-IN"/>
              <a:t>25-06-2026</a:t>
            </a:fld>
            <a:endParaRPr lang="en-IN"/>
          </a:p>
        </p:txBody>
      </p:sp>
      <p:sp>
        <p:nvSpPr>
          <p:cNvPr id="2091277113"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IN"/>
          </a:p>
        </p:txBody>
      </p:sp>
      <p:sp>
        <p:nvSpPr>
          <p:cNvPr id="2084657908"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147041055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IN"/>
          </a:p>
        </p:txBody>
      </p:sp>
      <p:sp>
        <p:nvSpPr>
          <p:cNvPr id="644226750"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17E254F1-4415-47BF-9E91-C5D4B9A33350}" type="slidenum">
              <a:rPr lang="en-IN"/>
              <a:t>‹#›</a:t>
            </a:fld>
            <a:endParaRPr lang="en-IN"/>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489539" name="Slide Image Placeholder 1"/>
          <p:cNvSpPr>
            <a:spLocks noChangeAspect="1" noGrp="1" noRot="1"/>
          </p:cNvSpPr>
          <p:nvPr>
            <p:ph type="sldImg"/>
          </p:nvPr>
        </p:nvSpPr>
        <p:spPr bwMode="auto"/>
      </p:sp>
      <p:sp>
        <p:nvSpPr>
          <p:cNvPr id="2021813454" name="Notes Placeholder 2"/>
          <p:cNvSpPr>
            <a:spLocks noGrp="1"/>
          </p:cNvSpPr>
          <p:nvPr>
            <p:ph type="body" idx="1"/>
          </p:nvPr>
        </p:nvSpPr>
        <p:spPr bwMode="auto"/>
        <p:txBody>
          <a:bodyPr/>
          <a:lstStyle/>
          <a:p>
            <a:pPr>
              <a:defRPr/>
            </a:pPr>
            <a:endParaRPr/>
          </a:p>
        </p:txBody>
      </p:sp>
      <p:sp>
        <p:nvSpPr>
          <p:cNvPr id="2142294513" name="Slide Number Placeholder 3"/>
          <p:cNvSpPr>
            <a:spLocks noGrp="1"/>
          </p:cNvSpPr>
          <p:nvPr>
            <p:ph type="sldNum" sz="quarter" idx="10"/>
          </p:nvPr>
        </p:nvSpPr>
        <p:spPr bwMode="auto"/>
        <p:txBody>
          <a:bodyPr/>
          <a:lstStyle/>
          <a:p>
            <a:pPr>
              <a:defRPr/>
            </a:pPr>
            <a:fld id="{7D6D5D04-92D0-78EC-08CE-003A1D9BA73B}"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66919922" name="Slide Image Placeholder 1"/>
          <p:cNvSpPr>
            <a:spLocks noChangeAspect="1" noGrp="1" noRot="1"/>
          </p:cNvSpPr>
          <p:nvPr>
            <p:ph type="sldImg"/>
          </p:nvPr>
        </p:nvSpPr>
        <p:spPr bwMode="auto"/>
      </p:sp>
      <p:sp>
        <p:nvSpPr>
          <p:cNvPr id="81653763" name="Notes Placeholder 2"/>
          <p:cNvSpPr>
            <a:spLocks noGrp="1"/>
          </p:cNvSpPr>
          <p:nvPr>
            <p:ph type="body" idx="1"/>
          </p:nvPr>
        </p:nvSpPr>
        <p:spPr bwMode="auto"/>
        <p:txBody>
          <a:bodyPr/>
          <a:lstStyle/>
          <a:p>
            <a:pPr>
              <a:defRPr/>
            </a:pPr>
            <a:endParaRPr/>
          </a:p>
        </p:txBody>
      </p:sp>
      <p:sp>
        <p:nvSpPr>
          <p:cNvPr id="157362347" name="Slide Number Placeholder 3"/>
          <p:cNvSpPr>
            <a:spLocks noGrp="1"/>
          </p:cNvSpPr>
          <p:nvPr>
            <p:ph type="sldNum" sz="quarter" idx="10"/>
          </p:nvPr>
        </p:nvSpPr>
        <p:spPr bwMode="auto"/>
        <p:txBody>
          <a:bodyPr/>
          <a:lstStyle/>
          <a:p>
            <a:pPr>
              <a:defRPr/>
            </a:pPr>
            <a:fld id="{7921600C-0EF3-28F4-3491-B4DF867C36D7}"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70179199" name="Slide Image Placeholder 1"/>
          <p:cNvSpPr>
            <a:spLocks noChangeAspect="1" noGrp="1" noRot="1"/>
          </p:cNvSpPr>
          <p:nvPr>
            <p:ph type="sldImg"/>
          </p:nvPr>
        </p:nvSpPr>
        <p:spPr bwMode="auto"/>
      </p:sp>
      <p:sp>
        <p:nvSpPr>
          <p:cNvPr id="1641231225" name="Notes Placeholder 2"/>
          <p:cNvSpPr>
            <a:spLocks noGrp="1"/>
          </p:cNvSpPr>
          <p:nvPr>
            <p:ph type="body" idx="1"/>
          </p:nvPr>
        </p:nvSpPr>
        <p:spPr bwMode="auto"/>
        <p:txBody>
          <a:bodyPr/>
          <a:lstStyle/>
          <a:p>
            <a:pPr>
              <a:defRPr/>
            </a:pPr>
            <a:endParaRPr/>
          </a:p>
        </p:txBody>
      </p:sp>
      <p:sp>
        <p:nvSpPr>
          <p:cNvPr id="1659475908" name="Slide Number Placeholder 3"/>
          <p:cNvSpPr>
            <a:spLocks noGrp="1"/>
          </p:cNvSpPr>
          <p:nvPr>
            <p:ph type="sldNum" sz="quarter" idx="10"/>
          </p:nvPr>
        </p:nvSpPr>
        <p:spPr bwMode="auto"/>
        <p:txBody>
          <a:bodyPr/>
          <a:lstStyle/>
          <a:p>
            <a:pPr>
              <a:defRPr/>
            </a:pPr>
            <a:fld id="{66AF6310-183B-8B62-0EA1-9BF4EAACFECB}"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9430459" name="Slide Image Placeholder 1"/>
          <p:cNvSpPr>
            <a:spLocks noChangeAspect="1" noGrp="1" noRot="1"/>
          </p:cNvSpPr>
          <p:nvPr>
            <p:ph type="sldImg"/>
          </p:nvPr>
        </p:nvSpPr>
        <p:spPr bwMode="auto"/>
      </p:sp>
      <p:sp>
        <p:nvSpPr>
          <p:cNvPr id="1042380718" name="Notes Placeholder 2"/>
          <p:cNvSpPr>
            <a:spLocks noGrp="1"/>
          </p:cNvSpPr>
          <p:nvPr>
            <p:ph type="body" idx="1"/>
          </p:nvPr>
        </p:nvSpPr>
        <p:spPr bwMode="auto"/>
        <p:txBody>
          <a:bodyPr/>
          <a:lstStyle/>
          <a:p>
            <a:pPr>
              <a:defRPr/>
            </a:pPr>
            <a:endParaRPr/>
          </a:p>
        </p:txBody>
      </p:sp>
      <p:sp>
        <p:nvSpPr>
          <p:cNvPr id="1095402964" name="Slide Number Placeholder 3"/>
          <p:cNvSpPr>
            <a:spLocks noGrp="1"/>
          </p:cNvSpPr>
          <p:nvPr>
            <p:ph type="sldNum" sz="quarter" idx="10"/>
          </p:nvPr>
        </p:nvSpPr>
        <p:spPr bwMode="auto"/>
        <p:txBody>
          <a:bodyPr/>
          <a:lstStyle/>
          <a:p>
            <a:pPr>
              <a:defRPr/>
            </a:pPr>
            <a:fld id="{E8485993-B79F-B1D8-8B93-C3448F403177}"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76286434" name="Slide Image Placeholder 1"/>
          <p:cNvSpPr>
            <a:spLocks noChangeAspect="1" noGrp="1" noRot="1"/>
          </p:cNvSpPr>
          <p:nvPr>
            <p:ph type="sldImg"/>
          </p:nvPr>
        </p:nvSpPr>
        <p:spPr bwMode="auto"/>
      </p:sp>
      <p:sp>
        <p:nvSpPr>
          <p:cNvPr id="1862330036" name="Notes Placeholder 2"/>
          <p:cNvSpPr>
            <a:spLocks noGrp="1"/>
          </p:cNvSpPr>
          <p:nvPr>
            <p:ph type="body" idx="1"/>
          </p:nvPr>
        </p:nvSpPr>
        <p:spPr bwMode="auto"/>
        <p:txBody>
          <a:bodyPr/>
          <a:lstStyle/>
          <a:p>
            <a:pPr>
              <a:defRPr/>
            </a:pPr>
            <a:endParaRPr/>
          </a:p>
        </p:txBody>
      </p:sp>
      <p:sp>
        <p:nvSpPr>
          <p:cNvPr id="601830829" name="Slide Number Placeholder 3"/>
          <p:cNvSpPr>
            <a:spLocks noGrp="1"/>
          </p:cNvSpPr>
          <p:nvPr>
            <p:ph type="sldNum" sz="quarter" idx="10"/>
          </p:nvPr>
        </p:nvSpPr>
        <p:spPr bwMode="auto"/>
        <p:txBody>
          <a:bodyPr/>
          <a:lstStyle/>
          <a:p>
            <a:pPr>
              <a:defRPr/>
            </a:pPr>
            <a:fld id="{3DDD24C3-4B30-1DD9-9254-186D006FF311}"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66947851" name="Slide Image Placeholder 1"/>
          <p:cNvSpPr>
            <a:spLocks noChangeAspect="1" noGrp="1" noRot="1"/>
          </p:cNvSpPr>
          <p:nvPr>
            <p:ph type="sldImg"/>
          </p:nvPr>
        </p:nvSpPr>
        <p:spPr bwMode="auto"/>
      </p:sp>
      <p:sp>
        <p:nvSpPr>
          <p:cNvPr id="903532277" name="Notes Placeholder 2"/>
          <p:cNvSpPr>
            <a:spLocks noGrp="1"/>
          </p:cNvSpPr>
          <p:nvPr>
            <p:ph type="body" idx="1"/>
          </p:nvPr>
        </p:nvSpPr>
        <p:spPr bwMode="auto"/>
        <p:txBody>
          <a:bodyPr/>
          <a:lstStyle/>
          <a:p>
            <a:pPr>
              <a:defRPr/>
            </a:pPr>
            <a:endParaRPr/>
          </a:p>
        </p:txBody>
      </p:sp>
      <p:sp>
        <p:nvSpPr>
          <p:cNvPr id="494485295" name="Slide Number Placeholder 3"/>
          <p:cNvSpPr>
            <a:spLocks noGrp="1"/>
          </p:cNvSpPr>
          <p:nvPr>
            <p:ph type="sldNum" sz="quarter" idx="10"/>
          </p:nvPr>
        </p:nvSpPr>
        <p:spPr bwMode="auto"/>
        <p:txBody>
          <a:bodyPr/>
          <a:lstStyle/>
          <a:p>
            <a:pPr>
              <a:defRPr/>
            </a:pPr>
            <a:fld id="{308B6032-8B5F-F680-5C99-57D4786C6B93}"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28346780" name="Slide Image Placeholder 1"/>
          <p:cNvSpPr>
            <a:spLocks noChangeAspect="1" noGrp="1" noRot="1"/>
          </p:cNvSpPr>
          <p:nvPr>
            <p:ph type="sldImg"/>
          </p:nvPr>
        </p:nvSpPr>
        <p:spPr bwMode="auto"/>
      </p:sp>
      <p:sp>
        <p:nvSpPr>
          <p:cNvPr id="1699801622" name="Notes Placeholder 2"/>
          <p:cNvSpPr>
            <a:spLocks noGrp="1"/>
          </p:cNvSpPr>
          <p:nvPr>
            <p:ph type="body" idx="1"/>
          </p:nvPr>
        </p:nvSpPr>
        <p:spPr bwMode="auto"/>
        <p:txBody>
          <a:bodyPr/>
          <a:lstStyle/>
          <a:p>
            <a:pPr>
              <a:defRPr/>
            </a:pPr>
            <a:endParaRPr/>
          </a:p>
        </p:txBody>
      </p:sp>
      <p:sp>
        <p:nvSpPr>
          <p:cNvPr id="2103734803" name="Slide Number Placeholder 3"/>
          <p:cNvSpPr>
            <a:spLocks noGrp="1"/>
          </p:cNvSpPr>
          <p:nvPr>
            <p:ph type="sldNum" sz="quarter" idx="10"/>
          </p:nvPr>
        </p:nvSpPr>
        <p:spPr bwMode="auto"/>
        <p:txBody>
          <a:bodyPr/>
          <a:lstStyle/>
          <a:p>
            <a:pPr>
              <a:defRPr/>
            </a:pPr>
            <a:fld id="{01CD26C8-0D82-15E4-8D02-018B8AE2AB87}"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0978667" name="Slide Image Placeholder 1"/>
          <p:cNvSpPr>
            <a:spLocks noChangeAspect="1" noGrp="1" noRot="1"/>
          </p:cNvSpPr>
          <p:nvPr>
            <p:ph type="sldImg"/>
          </p:nvPr>
        </p:nvSpPr>
        <p:spPr bwMode="auto"/>
      </p:sp>
      <p:sp>
        <p:nvSpPr>
          <p:cNvPr id="127581710" name="Notes Placeholder 2"/>
          <p:cNvSpPr>
            <a:spLocks noGrp="1"/>
          </p:cNvSpPr>
          <p:nvPr>
            <p:ph type="body" idx="1"/>
          </p:nvPr>
        </p:nvSpPr>
        <p:spPr bwMode="auto"/>
        <p:txBody>
          <a:bodyPr/>
          <a:lstStyle/>
          <a:p>
            <a:pPr>
              <a:defRPr/>
            </a:pPr>
            <a:endParaRPr/>
          </a:p>
        </p:txBody>
      </p:sp>
      <p:sp>
        <p:nvSpPr>
          <p:cNvPr id="45800301" name="Slide Number Placeholder 3"/>
          <p:cNvSpPr>
            <a:spLocks noGrp="1"/>
          </p:cNvSpPr>
          <p:nvPr>
            <p:ph type="sldNum" sz="quarter" idx="10"/>
          </p:nvPr>
        </p:nvSpPr>
        <p:spPr bwMode="auto"/>
        <p:txBody>
          <a:bodyPr/>
          <a:lstStyle/>
          <a:p>
            <a:pPr>
              <a:defRPr/>
            </a:pPr>
            <a:fld id="{B6F1BC19-CAFE-7F16-EFF4-219A54C2ABC1}"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30462027" name="Slide Image Placeholder 1"/>
          <p:cNvSpPr>
            <a:spLocks noChangeAspect="1" noGrp="1" noRot="1"/>
          </p:cNvSpPr>
          <p:nvPr>
            <p:ph type="sldImg"/>
          </p:nvPr>
        </p:nvSpPr>
        <p:spPr bwMode="auto"/>
      </p:sp>
      <p:sp>
        <p:nvSpPr>
          <p:cNvPr id="1394705141" name="Notes Placeholder 2"/>
          <p:cNvSpPr>
            <a:spLocks noGrp="1"/>
          </p:cNvSpPr>
          <p:nvPr>
            <p:ph type="body" idx="1"/>
          </p:nvPr>
        </p:nvSpPr>
        <p:spPr bwMode="auto"/>
        <p:txBody>
          <a:bodyPr/>
          <a:lstStyle/>
          <a:p>
            <a:pPr>
              <a:defRPr/>
            </a:pPr>
            <a:endParaRPr/>
          </a:p>
        </p:txBody>
      </p:sp>
      <p:sp>
        <p:nvSpPr>
          <p:cNvPr id="345129576" name="Slide Number Placeholder 3"/>
          <p:cNvSpPr>
            <a:spLocks noGrp="1"/>
          </p:cNvSpPr>
          <p:nvPr>
            <p:ph type="sldNum" sz="quarter" idx="10"/>
          </p:nvPr>
        </p:nvSpPr>
        <p:spPr bwMode="auto"/>
        <p:txBody>
          <a:bodyPr/>
          <a:lstStyle/>
          <a:p>
            <a:pPr>
              <a:defRPr/>
            </a:pPr>
            <a:fld id="{DECBE1AB-2E6A-CFA8-051C-F21BFED136A4}" type="slidenum">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7862733" name="Slide Image Placeholder 1"/>
          <p:cNvSpPr>
            <a:spLocks noChangeAspect="1" noGrp="1" noRot="1"/>
          </p:cNvSpPr>
          <p:nvPr>
            <p:ph type="sldImg"/>
          </p:nvPr>
        </p:nvSpPr>
        <p:spPr bwMode="auto"/>
      </p:sp>
      <p:sp>
        <p:nvSpPr>
          <p:cNvPr id="901984806" name="Notes Placeholder 2"/>
          <p:cNvSpPr>
            <a:spLocks noGrp="1"/>
          </p:cNvSpPr>
          <p:nvPr>
            <p:ph type="body" idx="1"/>
          </p:nvPr>
        </p:nvSpPr>
        <p:spPr bwMode="auto"/>
        <p:txBody>
          <a:bodyPr/>
          <a:lstStyle/>
          <a:p>
            <a:pPr>
              <a:defRPr/>
            </a:pPr>
            <a:endParaRPr/>
          </a:p>
        </p:txBody>
      </p:sp>
      <p:sp>
        <p:nvSpPr>
          <p:cNvPr id="766265653" name="Slide Number Placeholder 3"/>
          <p:cNvSpPr>
            <a:spLocks noGrp="1"/>
          </p:cNvSpPr>
          <p:nvPr>
            <p:ph type="sldNum" sz="quarter" idx="10"/>
          </p:nvPr>
        </p:nvSpPr>
        <p:spPr bwMode="auto"/>
        <p:txBody>
          <a:bodyPr/>
          <a:lstStyle/>
          <a:p>
            <a:pPr>
              <a:defRPr/>
            </a:pPr>
            <a:fld id="{576A60C2-D3DB-F625-39A5-C8349E29F76A}" type="slidenum">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18502648" name="Slide Image Placeholder 1"/>
          <p:cNvSpPr>
            <a:spLocks noChangeAspect="1" noGrp="1" noRot="1"/>
          </p:cNvSpPr>
          <p:nvPr>
            <p:ph type="sldImg"/>
          </p:nvPr>
        </p:nvSpPr>
        <p:spPr bwMode="auto"/>
      </p:sp>
      <p:sp>
        <p:nvSpPr>
          <p:cNvPr id="534279603" name="Notes Placeholder 2"/>
          <p:cNvSpPr>
            <a:spLocks noGrp="1"/>
          </p:cNvSpPr>
          <p:nvPr>
            <p:ph type="body" idx="1"/>
          </p:nvPr>
        </p:nvSpPr>
        <p:spPr bwMode="auto"/>
        <p:txBody>
          <a:bodyPr/>
          <a:lstStyle/>
          <a:p>
            <a:pPr>
              <a:defRPr/>
            </a:pPr>
            <a:endParaRPr/>
          </a:p>
        </p:txBody>
      </p:sp>
      <p:sp>
        <p:nvSpPr>
          <p:cNvPr id="2072577825" name="Slide Number Placeholder 3"/>
          <p:cNvSpPr>
            <a:spLocks noGrp="1"/>
          </p:cNvSpPr>
          <p:nvPr>
            <p:ph type="sldNum" sz="quarter" idx="10"/>
          </p:nvPr>
        </p:nvSpPr>
        <p:spPr bwMode="auto"/>
        <p:txBody>
          <a:bodyPr/>
          <a:lstStyle/>
          <a:p>
            <a:pPr>
              <a:defRPr/>
            </a:pPr>
            <a:fld id="{BD60502D-95E6-ADF4-26A8-87BDA3D60AC5}" type="slidenum">
              <a:r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54505299" name="Slide Image Placeholder 1"/>
          <p:cNvSpPr>
            <a:spLocks noChangeAspect="1" noGrp="1" noRot="1"/>
          </p:cNvSpPr>
          <p:nvPr>
            <p:ph type="sldImg"/>
          </p:nvPr>
        </p:nvSpPr>
        <p:spPr bwMode="auto"/>
      </p:sp>
      <p:sp>
        <p:nvSpPr>
          <p:cNvPr id="1170779494" name="Notes Placeholder 2"/>
          <p:cNvSpPr>
            <a:spLocks noGrp="1"/>
          </p:cNvSpPr>
          <p:nvPr>
            <p:ph type="body" idx="1"/>
          </p:nvPr>
        </p:nvSpPr>
        <p:spPr bwMode="auto"/>
        <p:txBody>
          <a:bodyPr/>
          <a:lstStyle/>
          <a:p>
            <a:pPr>
              <a:defRPr/>
            </a:pPr>
            <a:endParaRPr/>
          </a:p>
        </p:txBody>
      </p:sp>
      <p:sp>
        <p:nvSpPr>
          <p:cNvPr id="1629982093" name="Slide Number Placeholder 3"/>
          <p:cNvSpPr>
            <a:spLocks noGrp="1"/>
          </p:cNvSpPr>
          <p:nvPr>
            <p:ph type="sldNum" sz="quarter" idx="10"/>
          </p:nvPr>
        </p:nvSpPr>
        <p:spPr bwMode="auto"/>
        <p:txBody>
          <a:bodyPr/>
          <a:lstStyle/>
          <a:p>
            <a:pPr>
              <a:defRPr/>
            </a:pPr>
            <a:fld id="{F58AC9C1-5F0C-8E79-4909-D81B8B1CB768}" type="slidenum">
              <a:rPr/>
              <a:t>12</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219346524" name="Rectangle 6"/>
          <p:cNvSpPr/>
          <p:nvPr/>
        </p:nvSpPr>
        <p:spPr bwMode="auto">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9573939" name="Title 1"/>
          <p:cNvSpPr>
            <a:spLocks noGrp="1"/>
          </p:cNvSpPr>
          <p:nvPr>
            <p:ph type="ctrTitle"/>
          </p:nvPr>
        </p:nvSpPr>
        <p:spPr bwMode="auto">
          <a:xfrm>
            <a:off x="581191" y="1020431"/>
            <a:ext cx="10993549" cy="1475013"/>
          </a:xfrm>
          <a:effectLst/>
        </p:spPr>
        <p:txBody>
          <a:bodyPr anchor="b">
            <a:normAutofit/>
          </a:bodyPr>
          <a:lstStyle>
            <a:lvl1pPr>
              <a:defRPr sz="3600">
                <a:solidFill>
                  <a:schemeClr val="tx1">
                    <a:lumMod val="75000"/>
                    <a:lumOff val="25000"/>
                  </a:schemeClr>
                </a:solidFill>
              </a:defRPr>
            </a:lvl1pPr>
          </a:lstStyle>
          <a:p>
            <a:pPr>
              <a:defRPr/>
            </a:pPr>
            <a:r>
              <a:rPr lang="en-US"/>
              <a:t>Click to edit Master title style</a:t>
            </a:r>
            <a:endParaRPr/>
          </a:p>
        </p:txBody>
      </p:sp>
      <p:sp>
        <p:nvSpPr>
          <p:cNvPr id="1036427175" name="Subtitle 2"/>
          <p:cNvSpPr>
            <a:spLocks noGrp="1"/>
          </p:cNvSpPr>
          <p:nvPr>
            <p:ph type="subTitle" idx="1"/>
          </p:nvPr>
        </p:nvSpPr>
        <p:spPr bwMode="auto">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a:p>
        </p:txBody>
      </p:sp>
      <p:sp>
        <p:nvSpPr>
          <p:cNvPr id="1270871260" name="Date Placeholder 7"/>
          <p:cNvSpPr>
            <a:spLocks noGrp="1"/>
          </p:cNvSpPr>
          <p:nvPr>
            <p:ph type="dt" sz="half" idx="10"/>
          </p:nvPr>
        </p:nvSpPr>
        <p:spPr bwMode="auto"/>
        <p:txBody>
          <a:bodyPr/>
          <a:lstStyle/>
          <a:p>
            <a:pPr>
              <a:defRPr/>
            </a:pPr>
            <a:fld id="{ED291B17-9318-49DB-B28B-6E5994AE9581}" type="datetime1">
              <a:rPr lang="en-US"/>
              <a:t>6/25/2026</a:t>
            </a:fld>
            <a:endParaRPr lang="en-US"/>
          </a:p>
        </p:txBody>
      </p:sp>
      <p:sp>
        <p:nvSpPr>
          <p:cNvPr id="978740091" name="Footer Placeholder 8"/>
          <p:cNvSpPr>
            <a:spLocks noGrp="1"/>
          </p:cNvSpPr>
          <p:nvPr>
            <p:ph type="ftr" sz="quarter" idx="11"/>
          </p:nvPr>
        </p:nvSpPr>
        <p:spPr bwMode="auto">
          <a:xfrm>
            <a:off x="581192" y="6423914"/>
            <a:ext cx="6917210" cy="365125"/>
          </a:xfrm>
          <a:prstGeom prst="rect">
            <a:avLst/>
          </a:prstGeom>
        </p:spPr>
        <p:txBody>
          <a:bodyPr/>
          <a:lstStyle/>
          <a:p>
            <a:pPr>
              <a:defRPr/>
            </a:pPr>
            <a:endParaRPr lang="en-US"/>
          </a:p>
        </p:txBody>
      </p:sp>
      <p:sp>
        <p:nvSpPr>
          <p:cNvPr id="1296739069" name="Slide Number Placeholder 9"/>
          <p:cNvSpPr>
            <a:spLocks noGrp="1"/>
          </p:cNvSpPr>
          <p:nvPr>
            <p:ph type="sldNum" sz="quarter" idx="12"/>
          </p:nvPr>
        </p:nvSpPr>
        <p:spPr bwMode="auto"/>
        <p:txBody>
          <a:bodyPr/>
          <a:lstStyle/>
          <a:p>
            <a:pPr>
              <a:defRPr/>
            </a:pPr>
            <a:fld id="{3A98EE3D-8CD1-4C3F-BD1C-C98C9596463C}"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596052068" name="Title 1"/>
          <p:cNvSpPr>
            <a:spLocks noGrp="1"/>
          </p:cNvSpPr>
          <p:nvPr>
            <p:ph type="title"/>
          </p:nvPr>
        </p:nvSpPr>
        <p:spPr bwMode="auto">
          <a:xfrm>
            <a:off x="581192" y="702156"/>
            <a:ext cx="11029616" cy="530296"/>
          </a:xfrm>
        </p:spPr>
        <p:txBody>
          <a:bodyPr/>
          <a:lstStyle/>
          <a:p>
            <a:pPr>
              <a:defRPr/>
            </a:pPr>
            <a:r>
              <a:rPr lang="en-US"/>
              <a:t>Click to edit Master title style</a:t>
            </a:r>
            <a:endParaRPr/>
          </a:p>
        </p:txBody>
      </p:sp>
      <p:sp>
        <p:nvSpPr>
          <p:cNvPr id="1588893498" name="Content Placeholder 2"/>
          <p:cNvSpPr>
            <a:spLocks noGrp="1"/>
          </p:cNvSpPr>
          <p:nvPr>
            <p:ph idx="1"/>
          </p:nvPr>
        </p:nvSpPr>
        <p:spPr bwMode="auto">
          <a:xfrm>
            <a:off x="581192" y="1302026"/>
            <a:ext cx="11029615" cy="4673324"/>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577203950" name="Date Placeholder 7"/>
          <p:cNvSpPr>
            <a:spLocks noGrp="1"/>
          </p:cNvSpPr>
          <p:nvPr>
            <p:ph type="dt" sz="half" idx="10"/>
          </p:nvPr>
        </p:nvSpPr>
        <p:spPr bwMode="auto"/>
        <p:txBody>
          <a:bodyPr/>
          <a:lstStyle/>
          <a:p>
            <a:pPr>
              <a:defRPr/>
            </a:pPr>
            <a:fld id="{78DD82B9-B8EE-4375-B6FF-88FA6ABB15D9}" type="datetime1">
              <a:rPr lang="en-US"/>
              <a:t>6/25/2026</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049698511" name="Rectangle 7"/>
          <p:cNvSpPr>
            <a:spLocks noChangeAspect="1"/>
          </p:cNvSpPr>
          <p:nvPr/>
        </p:nvSpPr>
        <p:spPr bwMode="auto">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490759084" name="Title 1"/>
          <p:cNvSpPr>
            <a:spLocks noGrp="1"/>
          </p:cNvSpPr>
          <p:nvPr>
            <p:ph type="title"/>
          </p:nvPr>
        </p:nvSpPr>
        <p:spPr bwMode="auto">
          <a:xfrm>
            <a:off x="581193" y="2393950"/>
            <a:ext cx="11029615" cy="2147467"/>
          </a:xfrm>
        </p:spPr>
        <p:txBody>
          <a:bodyPr anchor="b">
            <a:normAutofit/>
          </a:bodyPr>
          <a:lstStyle>
            <a:lvl1pPr algn="l">
              <a:defRPr sz="3600" b="0" cap="all">
                <a:solidFill>
                  <a:schemeClr val="tx1">
                    <a:lumMod val="75000"/>
                    <a:lumOff val="25000"/>
                  </a:schemeClr>
                </a:solidFill>
              </a:defRPr>
            </a:lvl1pPr>
          </a:lstStyle>
          <a:p>
            <a:pPr>
              <a:defRPr/>
            </a:pPr>
            <a:r>
              <a:rPr lang="en-US"/>
              <a:t>Click to edit Master title style</a:t>
            </a:r>
            <a:endParaRPr/>
          </a:p>
        </p:txBody>
      </p:sp>
      <p:sp>
        <p:nvSpPr>
          <p:cNvPr id="1277298109" name="Text Placeholder 2"/>
          <p:cNvSpPr>
            <a:spLocks noGrp="1"/>
          </p:cNvSpPr>
          <p:nvPr>
            <p:ph type="body" idx="1"/>
          </p:nvPr>
        </p:nvSpPr>
        <p:spPr bwMode="auto">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2104872311" name="Date Placeholder 6"/>
          <p:cNvSpPr>
            <a:spLocks noGrp="1"/>
          </p:cNvSpPr>
          <p:nvPr>
            <p:ph type="dt" sz="half" idx="10"/>
          </p:nvPr>
        </p:nvSpPr>
        <p:spPr bwMode="auto"/>
        <p:txBody>
          <a:bodyPr/>
          <a:lstStyle/>
          <a:p>
            <a:pPr>
              <a:defRPr/>
            </a:pPr>
            <a:fld id="{B2497495-0637-405E-AE64-5CC7506D51F5}" type="datetime1">
              <a:rPr lang="en-US"/>
              <a:t>6/25/2026</a:t>
            </a:fld>
            <a:endParaRPr lang="en-US"/>
          </a:p>
        </p:txBody>
      </p:sp>
      <p:sp>
        <p:nvSpPr>
          <p:cNvPr id="300849767" name="Footer Placeholder 8"/>
          <p:cNvSpPr>
            <a:spLocks noGrp="1"/>
          </p:cNvSpPr>
          <p:nvPr>
            <p:ph type="ftr" sz="quarter" idx="11"/>
          </p:nvPr>
        </p:nvSpPr>
        <p:spPr bwMode="auto">
          <a:xfrm>
            <a:off x="581192" y="6423914"/>
            <a:ext cx="6917210" cy="365125"/>
          </a:xfrm>
          <a:prstGeom prst="rect">
            <a:avLst/>
          </a:prstGeom>
        </p:spPr>
        <p:txBody>
          <a:bodyPr/>
          <a:lstStyle/>
          <a:p>
            <a:pPr>
              <a:defRPr/>
            </a:pPr>
            <a:endParaRPr lang="en-US"/>
          </a:p>
        </p:txBody>
      </p:sp>
      <p:sp>
        <p:nvSpPr>
          <p:cNvPr id="614606313" name="Slide Number Placeholder 9"/>
          <p:cNvSpPr>
            <a:spLocks noGrp="1"/>
          </p:cNvSpPr>
          <p:nvPr>
            <p:ph type="sldNum" sz="quarter" idx="12"/>
          </p:nvPr>
        </p:nvSpPr>
        <p:spPr bwMode="auto"/>
        <p:txBody>
          <a:bodyPr/>
          <a:lstStyle/>
          <a:p>
            <a:pPr>
              <a:defRPr/>
            </a:pPr>
            <a:fld id="{3A98EE3D-8CD1-4C3F-BD1C-C98C9596463C}"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358991154" name="Title 1"/>
          <p:cNvSpPr>
            <a:spLocks noGrp="1"/>
          </p:cNvSpPr>
          <p:nvPr>
            <p:ph type="title"/>
          </p:nvPr>
        </p:nvSpPr>
        <p:spPr bwMode="auto">
          <a:xfrm>
            <a:off x="581193" y="729658"/>
            <a:ext cx="11029616" cy="492854"/>
          </a:xfrm>
        </p:spPr>
        <p:txBody>
          <a:bodyPr/>
          <a:lstStyle/>
          <a:p>
            <a:pPr>
              <a:defRPr/>
            </a:pPr>
            <a:r>
              <a:rPr lang="en-US"/>
              <a:t>Click to edit Master title style</a:t>
            </a:r>
            <a:endParaRPr/>
          </a:p>
        </p:txBody>
      </p:sp>
      <p:sp>
        <p:nvSpPr>
          <p:cNvPr id="1480283322" name="Content Placeholder 2"/>
          <p:cNvSpPr>
            <a:spLocks noGrp="1"/>
          </p:cNvSpPr>
          <p:nvPr>
            <p:ph sz="half" idx="1"/>
          </p:nvPr>
        </p:nvSpPr>
        <p:spPr bwMode="auto">
          <a:xfrm>
            <a:off x="581193" y="1391479"/>
            <a:ext cx="5194767" cy="4469572"/>
          </a:xfrm>
        </p:spPr>
        <p:txBody>
          <a:bodyPr>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98766664" name="Content Placeholder 3"/>
          <p:cNvSpPr>
            <a:spLocks noGrp="1"/>
          </p:cNvSpPr>
          <p:nvPr>
            <p:ph sz="half" idx="2"/>
          </p:nvPr>
        </p:nvSpPr>
        <p:spPr bwMode="auto">
          <a:xfrm>
            <a:off x="6416039" y="1391479"/>
            <a:ext cx="5194769" cy="4469572"/>
          </a:xfrm>
        </p:spPr>
        <p:txBody>
          <a:bodyPr>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623832676" name="Date Placeholder 4"/>
          <p:cNvSpPr>
            <a:spLocks noGrp="1"/>
          </p:cNvSpPr>
          <p:nvPr>
            <p:ph type="dt" sz="half" idx="10"/>
          </p:nvPr>
        </p:nvSpPr>
        <p:spPr bwMode="auto"/>
        <p:txBody>
          <a:bodyPr/>
          <a:lstStyle/>
          <a:p>
            <a:pPr>
              <a:defRPr/>
            </a:pPr>
            <a:fld id="{7BFFD690-9426-415D-8B65-26881E07B2D4}" type="datetime1">
              <a:rPr lang="en-US"/>
              <a:t>6/25/2026</a:t>
            </a:fld>
            <a:endParaRPr lang="en-US"/>
          </a:p>
        </p:txBody>
      </p:sp>
      <p:sp>
        <p:nvSpPr>
          <p:cNvPr id="1418859775" name="Footer Placeholder 5"/>
          <p:cNvSpPr>
            <a:spLocks noGrp="1"/>
          </p:cNvSpPr>
          <p:nvPr>
            <p:ph type="ftr" sz="quarter" idx="11"/>
          </p:nvPr>
        </p:nvSpPr>
        <p:spPr bwMode="auto">
          <a:xfrm>
            <a:off x="581192" y="6423914"/>
            <a:ext cx="6917210" cy="365125"/>
          </a:xfrm>
          <a:prstGeom prst="rect">
            <a:avLst/>
          </a:prstGeom>
        </p:spPr>
        <p:txBody>
          <a:bodyPr/>
          <a:lstStyle/>
          <a:p>
            <a:pPr>
              <a:defRPr/>
            </a:pPr>
            <a:endParaRPr lang="en-US"/>
          </a:p>
        </p:txBody>
      </p:sp>
      <p:sp>
        <p:nvSpPr>
          <p:cNvPr id="350343237" name="Slide Number Placeholder 6"/>
          <p:cNvSpPr>
            <a:spLocks noGrp="1"/>
          </p:cNvSpPr>
          <p:nvPr>
            <p:ph type="sldNum" sz="quarter" idx="12"/>
          </p:nvPr>
        </p:nvSpPr>
        <p:spPr bwMode="auto"/>
        <p:txBody>
          <a:bodyPr/>
          <a:lstStyle/>
          <a:p>
            <a:pPr>
              <a:defRPr/>
            </a:pPr>
            <a:fld id="{3A98EE3D-8CD1-4C3F-BD1C-C98C9596463C}"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mparison">
    <p:spTree>
      <p:nvGrpSpPr>
        <p:cNvPr id="1" name=""/>
        <p:cNvGrpSpPr/>
        <p:nvPr/>
      </p:nvGrpSpPr>
      <p:grpSpPr bwMode="auto">
        <a:xfrm>
          <a:off x="0" y="0"/>
          <a:ext cx="0" cy="0"/>
          <a:chOff x="0" y="0"/>
          <a:chExt cx="0" cy="0"/>
        </a:xfrm>
      </p:grpSpPr>
      <p:sp>
        <p:nvSpPr>
          <p:cNvPr id="80302169" name="Title 1"/>
          <p:cNvSpPr>
            <a:spLocks noGrp="1"/>
          </p:cNvSpPr>
          <p:nvPr>
            <p:ph type="title"/>
          </p:nvPr>
        </p:nvSpPr>
        <p:spPr bwMode="auto">
          <a:xfrm>
            <a:off x="581193" y="729658"/>
            <a:ext cx="11029616" cy="988332"/>
          </a:xfrm>
        </p:spPr>
        <p:txBody>
          <a:bodyPr/>
          <a:lstStyle/>
          <a:p>
            <a:pPr>
              <a:defRPr/>
            </a:pPr>
            <a:r>
              <a:rPr lang="en-US"/>
              <a:t>Click to edit Master title style</a:t>
            </a:r>
            <a:endParaRPr/>
          </a:p>
        </p:txBody>
      </p:sp>
      <p:sp>
        <p:nvSpPr>
          <p:cNvPr id="504050330" name="Text Placeholder 2"/>
          <p:cNvSpPr>
            <a:spLocks noGrp="1"/>
          </p:cNvSpPr>
          <p:nvPr>
            <p:ph type="body" idx="1"/>
          </p:nvPr>
        </p:nvSpPr>
        <p:spPr bwMode="auto">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956844882" name="Content Placeholder 3"/>
          <p:cNvSpPr>
            <a:spLocks noGrp="1"/>
          </p:cNvSpPr>
          <p:nvPr>
            <p:ph sz="half" idx="2"/>
          </p:nvPr>
        </p:nvSpPr>
        <p:spPr bwMode="auto">
          <a:xfrm>
            <a:off x="581194" y="2926052"/>
            <a:ext cx="5194766" cy="2934999"/>
          </a:xfrm>
        </p:spPr>
        <p:txBody>
          <a:bodyPr anchor="t">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5148715" name="Text Placeholder 4"/>
          <p:cNvSpPr>
            <a:spLocks noGrp="1"/>
          </p:cNvSpPr>
          <p:nvPr>
            <p:ph type="body" sz="quarter" idx="3"/>
          </p:nvPr>
        </p:nvSpPr>
        <p:spPr bwMode="auto">
          <a:xfrm>
            <a:off x="6416039" y="2250892"/>
            <a:ext cx="5194770" cy="553373"/>
          </a:xfrm>
        </p:spPr>
        <p:txBody>
          <a:bodyPr anchor="ctr">
            <a:noAutofit/>
          </a:bodyPr>
          <a:lstStyle>
            <a:lvl1pPr marL="0" marR="0" indent="0" algn="l" defTabSz="457200" rtl="0">
              <a:lnSpc>
                <a:spcPct val="100000"/>
              </a:lnSpc>
              <a:spcBef>
                <a:spcPts val="0"/>
              </a:spcBef>
              <a:spcAft>
                <a:spcPts val="600"/>
              </a:spcAft>
              <a:buClr>
                <a:schemeClr val="accent1"/>
              </a:buClr>
              <a:buSzPct val="92000"/>
              <a:buFont typeface="Wingdings 2"/>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a:lnSpc>
                <a:spcPct val="100000"/>
              </a:lnSpc>
              <a:spcBef>
                <a:spcPts val="0"/>
              </a:spcBef>
              <a:spcAft>
                <a:spcPts val="600"/>
              </a:spcAft>
              <a:buClr>
                <a:schemeClr val="accent1"/>
              </a:buClr>
              <a:buSzPct val="92000"/>
              <a:buFont typeface="Wingdings 2"/>
              <a:buNone/>
              <a:defRPr/>
            </a:pPr>
            <a:r>
              <a:rPr lang="en-US"/>
              <a:t>Click to edit Master text styles</a:t>
            </a:r>
            <a:endParaRPr/>
          </a:p>
        </p:txBody>
      </p:sp>
      <p:sp>
        <p:nvSpPr>
          <p:cNvPr id="1970343988" name="Content Placeholder 5"/>
          <p:cNvSpPr>
            <a:spLocks noGrp="1"/>
          </p:cNvSpPr>
          <p:nvPr>
            <p:ph sz="quarter" idx="4"/>
          </p:nvPr>
        </p:nvSpPr>
        <p:spPr bwMode="auto">
          <a:xfrm>
            <a:off x="6416037" y="2926052"/>
            <a:ext cx="5194771" cy="2934999"/>
          </a:xfrm>
        </p:spPr>
        <p:txBody>
          <a:bodyPr anchor="t">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947161282" name="Date Placeholder 6"/>
          <p:cNvSpPr>
            <a:spLocks noGrp="1"/>
          </p:cNvSpPr>
          <p:nvPr>
            <p:ph type="dt" sz="half" idx="10"/>
          </p:nvPr>
        </p:nvSpPr>
        <p:spPr bwMode="auto"/>
        <p:txBody>
          <a:bodyPr/>
          <a:lstStyle/>
          <a:p>
            <a:pPr>
              <a:defRPr/>
            </a:pPr>
            <a:fld id="{04C4989A-474C-40DE-95B9-011C28B71673}" type="datetime1">
              <a:rPr lang="en-US"/>
              <a:t>6/25/2026</a:t>
            </a:fld>
            <a:endParaRPr lang="en-US"/>
          </a:p>
        </p:txBody>
      </p:sp>
      <p:sp>
        <p:nvSpPr>
          <p:cNvPr id="49497854" name="Footer Placeholder 7"/>
          <p:cNvSpPr>
            <a:spLocks noGrp="1"/>
          </p:cNvSpPr>
          <p:nvPr>
            <p:ph type="ftr" sz="quarter" idx="11"/>
          </p:nvPr>
        </p:nvSpPr>
        <p:spPr bwMode="auto">
          <a:xfrm>
            <a:off x="581192" y="6423914"/>
            <a:ext cx="6917210" cy="365125"/>
          </a:xfrm>
          <a:prstGeom prst="rect">
            <a:avLst/>
          </a:prstGeom>
        </p:spPr>
        <p:txBody>
          <a:bodyPr/>
          <a:lstStyle/>
          <a:p>
            <a:pPr>
              <a:defRPr/>
            </a:pPr>
            <a:endParaRPr lang="en-US"/>
          </a:p>
        </p:txBody>
      </p:sp>
      <p:sp>
        <p:nvSpPr>
          <p:cNvPr id="1254774074" name="Slide Number Placeholder 8"/>
          <p:cNvSpPr>
            <a:spLocks noGrp="1"/>
          </p:cNvSpPr>
          <p:nvPr>
            <p:ph type="sldNum" sz="quarter" idx="12"/>
          </p:nvPr>
        </p:nvSpPr>
        <p:spPr bwMode="auto"/>
        <p:txBody>
          <a:bodyPr/>
          <a:lstStyle/>
          <a:p>
            <a:pPr>
              <a:defRPr/>
            </a:pPr>
            <a:fld id="{3A98EE3D-8CD1-4C3F-BD1C-C98C9596463C}"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358655632" name="Title 1"/>
          <p:cNvSpPr>
            <a:spLocks noGrp="1"/>
          </p:cNvSpPr>
          <p:nvPr>
            <p:ph type="title"/>
          </p:nvPr>
        </p:nvSpPr>
        <p:spPr bwMode="auto">
          <a:xfrm>
            <a:off x="575894" y="729658"/>
            <a:ext cx="11029616" cy="592246"/>
          </a:xfrm>
        </p:spPr>
        <p:txBody>
          <a:bodyPr/>
          <a:lstStyle/>
          <a:p>
            <a:pPr>
              <a:defRPr/>
            </a:pPr>
            <a:r>
              <a:rPr lang="en-US"/>
              <a:t>Click to edit Master title style</a:t>
            </a:r>
            <a:endParaRPr/>
          </a:p>
        </p:txBody>
      </p:sp>
      <p:sp>
        <p:nvSpPr>
          <p:cNvPr id="495892454" name="Date Placeholder 2"/>
          <p:cNvSpPr>
            <a:spLocks noGrp="1"/>
          </p:cNvSpPr>
          <p:nvPr>
            <p:ph type="dt" sz="half" idx="10"/>
          </p:nvPr>
        </p:nvSpPr>
        <p:spPr bwMode="auto"/>
        <p:txBody>
          <a:bodyPr/>
          <a:lstStyle/>
          <a:p>
            <a:pPr>
              <a:defRPr/>
            </a:pPr>
            <a:fld id="{5DB4ED54-5B5E-4A04-93D3-5772E3CE3818}" type="datetime1">
              <a:rPr lang="en-US"/>
              <a:t>6/25/2026</a:t>
            </a:fld>
            <a:endParaRPr lang="en-US"/>
          </a:p>
        </p:txBody>
      </p:sp>
      <p:sp>
        <p:nvSpPr>
          <p:cNvPr id="657010198" name="Footer Placeholder 3"/>
          <p:cNvSpPr>
            <a:spLocks noGrp="1"/>
          </p:cNvSpPr>
          <p:nvPr>
            <p:ph type="ftr" sz="quarter" idx="11"/>
          </p:nvPr>
        </p:nvSpPr>
        <p:spPr bwMode="auto">
          <a:xfrm>
            <a:off x="581192" y="6423914"/>
            <a:ext cx="6917210" cy="365125"/>
          </a:xfrm>
          <a:prstGeom prst="rect">
            <a:avLst/>
          </a:prstGeom>
        </p:spPr>
        <p:txBody>
          <a:bodyPr/>
          <a:lstStyle/>
          <a:p>
            <a:pPr>
              <a:defRPr/>
            </a:pPr>
            <a:endParaRPr lang="en-US"/>
          </a:p>
        </p:txBody>
      </p:sp>
      <p:sp>
        <p:nvSpPr>
          <p:cNvPr id="1049516028" name="Slide Number Placeholder 4"/>
          <p:cNvSpPr>
            <a:spLocks noGrp="1"/>
          </p:cNvSpPr>
          <p:nvPr>
            <p:ph type="sldNum" sz="quarter" idx="12"/>
          </p:nvPr>
        </p:nvSpPr>
        <p:spPr bwMode="auto"/>
        <p:txBody>
          <a:bodyPr/>
          <a:lstStyle/>
          <a:p>
            <a:pPr>
              <a:defRPr/>
            </a:pPr>
            <a:fld id="{3A98EE3D-8CD1-4C3F-BD1C-C98C9596463C}"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594651829" name="Date Placeholder 1"/>
          <p:cNvSpPr>
            <a:spLocks noGrp="1"/>
          </p:cNvSpPr>
          <p:nvPr>
            <p:ph type="dt" sz="half" idx="10"/>
          </p:nvPr>
        </p:nvSpPr>
        <p:spPr bwMode="auto"/>
        <p:txBody>
          <a:bodyPr/>
          <a:lstStyle/>
          <a:p>
            <a:pPr>
              <a:defRPr/>
            </a:pPr>
            <a:fld id="{4EDE50D6-574B-40AF-946F-D52A04ADE379}" type="datetime1">
              <a:rPr lang="en-US"/>
              <a:t>6/25/2026</a:t>
            </a:fld>
            <a:endParaRPr lang="en-US"/>
          </a:p>
        </p:txBody>
      </p:sp>
      <p:sp>
        <p:nvSpPr>
          <p:cNvPr id="248096296" name="Footer Placeholder 2"/>
          <p:cNvSpPr>
            <a:spLocks noGrp="1"/>
          </p:cNvSpPr>
          <p:nvPr>
            <p:ph type="ftr" sz="quarter" idx="11"/>
          </p:nvPr>
        </p:nvSpPr>
        <p:spPr bwMode="auto">
          <a:xfrm>
            <a:off x="581192" y="6423914"/>
            <a:ext cx="6917210" cy="365125"/>
          </a:xfrm>
          <a:prstGeom prst="rect">
            <a:avLst/>
          </a:prstGeom>
        </p:spPr>
        <p:txBody>
          <a:bodyPr/>
          <a:lstStyle/>
          <a:p>
            <a:pPr>
              <a:defRPr/>
            </a:pPr>
            <a:endParaRPr lang="en-US"/>
          </a:p>
        </p:txBody>
      </p:sp>
      <p:sp>
        <p:nvSpPr>
          <p:cNvPr id="322692170" name="Slide Number Placeholder 3"/>
          <p:cNvSpPr>
            <a:spLocks noGrp="1"/>
          </p:cNvSpPr>
          <p:nvPr>
            <p:ph type="sldNum" sz="quarter" idx="12"/>
          </p:nvPr>
        </p:nvSpPr>
        <p:spPr bwMode="auto"/>
        <p:txBody>
          <a:bodyPr/>
          <a:lstStyle/>
          <a:p>
            <a:pPr>
              <a:defRPr/>
            </a:pPr>
            <a:fld id="{3A98EE3D-8CD1-4C3F-BD1C-C98C9596463C}"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613401913" name="Rectangle 8"/>
          <p:cNvSpPr>
            <a:spLocks noChangeAspect="1"/>
          </p:cNvSpPr>
          <p:nvPr/>
        </p:nvSpPr>
        <p:spPr bwMode="auto">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711259907" name="Title 1"/>
          <p:cNvSpPr>
            <a:spLocks noGrp="1"/>
          </p:cNvSpPr>
          <p:nvPr>
            <p:ph type="title"/>
          </p:nvPr>
        </p:nvSpPr>
        <p:spPr bwMode="auto">
          <a:xfrm>
            <a:off x="767857" y="933450"/>
            <a:ext cx="3031852" cy="1722419"/>
          </a:xfrm>
        </p:spPr>
        <p:txBody>
          <a:bodyPr anchor="b">
            <a:normAutofit/>
          </a:bodyPr>
          <a:lstStyle>
            <a:lvl1pPr algn="l">
              <a:defRPr sz="2400" b="0">
                <a:solidFill>
                  <a:srgbClr val="FFFFFF"/>
                </a:solidFill>
              </a:defRPr>
            </a:lvl1pPr>
          </a:lstStyle>
          <a:p>
            <a:pPr>
              <a:defRPr/>
            </a:pPr>
            <a:r>
              <a:rPr lang="en-US"/>
              <a:t>Click to edit Master title style</a:t>
            </a:r>
            <a:endParaRPr/>
          </a:p>
        </p:txBody>
      </p:sp>
      <p:sp>
        <p:nvSpPr>
          <p:cNvPr id="788204228" name="Content Placeholder 2"/>
          <p:cNvSpPr>
            <a:spLocks noGrp="1"/>
          </p:cNvSpPr>
          <p:nvPr>
            <p:ph idx="1"/>
          </p:nvPr>
        </p:nvSpPr>
        <p:spPr bwMode="auto">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82212382" name="Text Placeholder 3"/>
          <p:cNvSpPr>
            <a:spLocks noGrp="1"/>
          </p:cNvSpPr>
          <p:nvPr>
            <p:ph type="body" sz="half" idx="2"/>
          </p:nvPr>
        </p:nvSpPr>
        <p:spPr bwMode="auto">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2097410024" name="Date Placeholder 7"/>
          <p:cNvSpPr>
            <a:spLocks noGrp="1"/>
          </p:cNvSpPr>
          <p:nvPr>
            <p:ph type="dt" sz="half" idx="10"/>
          </p:nvPr>
        </p:nvSpPr>
        <p:spPr bwMode="auto">
          <a:xfrm>
            <a:off x="7605951" y="6456916"/>
            <a:ext cx="2844798" cy="365125"/>
          </a:xfrm>
        </p:spPr>
        <p:txBody>
          <a:bodyPr/>
          <a:lstStyle/>
          <a:p>
            <a:pPr>
              <a:defRPr/>
            </a:pPr>
            <a:fld id="{D82884F1-FFEA-405F-9602-3DCA865EDA4E}" type="datetime1">
              <a:rPr lang="en-US"/>
              <a:t>6/25/2026</a:t>
            </a:fld>
            <a:endParaRPr lang="en-US"/>
          </a:p>
        </p:txBody>
      </p:sp>
      <p:sp>
        <p:nvSpPr>
          <p:cNvPr id="13714166" name="Footer Placeholder 9"/>
          <p:cNvSpPr>
            <a:spLocks noGrp="1"/>
          </p:cNvSpPr>
          <p:nvPr>
            <p:ph type="ftr" sz="quarter" idx="11"/>
          </p:nvPr>
        </p:nvSpPr>
        <p:spPr bwMode="auto">
          <a:xfrm>
            <a:off x="581192" y="6452590"/>
            <a:ext cx="6917210" cy="365125"/>
          </a:xfrm>
          <a:prstGeom prst="rect">
            <a:avLst/>
          </a:prstGeom>
        </p:spPr>
        <p:txBody>
          <a:bodyPr/>
          <a:lstStyle/>
          <a:p>
            <a:pPr>
              <a:defRPr/>
            </a:pPr>
            <a:endParaRPr lang="en-US"/>
          </a:p>
        </p:txBody>
      </p:sp>
      <p:sp>
        <p:nvSpPr>
          <p:cNvPr id="1890716516" name="Slide Number Placeholder 10"/>
          <p:cNvSpPr>
            <a:spLocks noGrp="1"/>
          </p:cNvSpPr>
          <p:nvPr>
            <p:ph type="sldNum" sz="quarter" idx="12"/>
          </p:nvPr>
        </p:nvSpPr>
        <p:spPr bwMode="auto">
          <a:xfrm>
            <a:off x="10558300" y="6456916"/>
            <a:ext cx="1052510" cy="365125"/>
          </a:xfrm>
        </p:spPr>
        <p:txBody>
          <a:bodyPr/>
          <a:lstStyle/>
          <a:p>
            <a:pPr>
              <a:defRPr/>
            </a:pPr>
            <a:fld id="{3A98EE3D-8CD1-4C3F-BD1C-C98C9596463C}"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681763666" name="Title 1"/>
          <p:cNvSpPr>
            <a:spLocks noGrp="1"/>
          </p:cNvSpPr>
          <p:nvPr>
            <p:ph type="title"/>
          </p:nvPr>
        </p:nvSpPr>
        <p:spPr bwMode="auto">
          <a:xfrm>
            <a:off x="581193" y="4693389"/>
            <a:ext cx="11029616" cy="566738"/>
          </a:xfrm>
        </p:spPr>
        <p:txBody>
          <a:bodyPr anchor="b">
            <a:normAutofit/>
          </a:bodyPr>
          <a:lstStyle>
            <a:lvl1pPr algn="l">
              <a:defRPr sz="2400" b="0">
                <a:solidFill>
                  <a:schemeClr val="tx1">
                    <a:lumMod val="75000"/>
                    <a:lumOff val="25000"/>
                  </a:schemeClr>
                </a:solidFill>
              </a:defRPr>
            </a:lvl1pPr>
          </a:lstStyle>
          <a:p>
            <a:pPr>
              <a:defRPr/>
            </a:pPr>
            <a:r>
              <a:rPr lang="en-US"/>
              <a:t>Click to edit Master title style</a:t>
            </a:r>
            <a:endParaRPr/>
          </a:p>
        </p:txBody>
      </p:sp>
      <p:sp>
        <p:nvSpPr>
          <p:cNvPr id="1448201602" name="Picture Placeholder 2"/>
          <p:cNvSpPr>
            <a:spLocks noChangeAspect="1" noGrp="1"/>
          </p:cNvSpPr>
          <p:nvPr>
            <p:ph type="pic" idx="1"/>
          </p:nvPr>
        </p:nvSpPr>
        <p:spPr bwMode="auto">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a:defRPr/>
            </a:pPr>
            <a:r>
              <a:rPr lang="en-US"/>
              <a:t>Click icon to add picture</a:t>
            </a:r>
            <a:endParaRPr/>
          </a:p>
        </p:txBody>
      </p:sp>
      <p:sp>
        <p:nvSpPr>
          <p:cNvPr id="292269221" name="Text Placeholder 3"/>
          <p:cNvSpPr>
            <a:spLocks noGrp="1"/>
          </p:cNvSpPr>
          <p:nvPr>
            <p:ph type="body" sz="half" idx="2"/>
          </p:nvPr>
        </p:nvSpPr>
        <p:spPr bwMode="auto">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383268537" name="Date Placeholder 4"/>
          <p:cNvSpPr>
            <a:spLocks noGrp="1"/>
          </p:cNvSpPr>
          <p:nvPr>
            <p:ph type="dt" sz="half" idx="10"/>
          </p:nvPr>
        </p:nvSpPr>
        <p:spPr bwMode="auto"/>
        <p:txBody>
          <a:bodyPr/>
          <a:lstStyle/>
          <a:p>
            <a:pPr>
              <a:defRPr/>
            </a:pPr>
            <a:fld id="{7E18DB4A-8810-4A10-AD5C-D5E2C667F5B3}" type="datetime1">
              <a:rPr lang="en-US"/>
              <a:t>6/25/2026</a:t>
            </a:fld>
            <a:endParaRPr lang="en-US"/>
          </a:p>
        </p:txBody>
      </p:sp>
      <p:sp>
        <p:nvSpPr>
          <p:cNvPr id="523913966" name="Footer Placeholder 5"/>
          <p:cNvSpPr>
            <a:spLocks noGrp="1"/>
          </p:cNvSpPr>
          <p:nvPr>
            <p:ph type="ftr" sz="quarter" idx="11"/>
          </p:nvPr>
        </p:nvSpPr>
        <p:spPr bwMode="auto">
          <a:xfrm>
            <a:off x="581192" y="6423914"/>
            <a:ext cx="6917210" cy="365125"/>
          </a:xfrm>
          <a:prstGeom prst="rect">
            <a:avLst/>
          </a:prstGeom>
        </p:spPr>
        <p:txBody>
          <a:bodyPr/>
          <a:lstStyle/>
          <a:p>
            <a:pPr algn="l">
              <a:defRPr/>
            </a:pPr>
            <a:endParaRPr lang="en-US"/>
          </a:p>
        </p:txBody>
      </p:sp>
      <p:sp>
        <p:nvSpPr>
          <p:cNvPr id="1537437616" name="Slide Number Placeholder 6"/>
          <p:cNvSpPr>
            <a:spLocks noGrp="1"/>
          </p:cNvSpPr>
          <p:nvPr>
            <p:ph type="sldNum" sz="quarter" idx="12"/>
          </p:nvPr>
        </p:nvSpPr>
        <p:spPr bwMode="auto"/>
        <p:txBody>
          <a:bodyPr/>
          <a:lstStyle/>
          <a:p>
            <a:pPr>
              <a:defRPr/>
            </a:pPr>
            <a:fld id="{3A98EE3D-8CD1-4C3F-BD1C-C98C9596463C}"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700904453" name="Title 1"/>
          <p:cNvSpPr>
            <a:spLocks noGrp="1"/>
          </p:cNvSpPr>
          <p:nvPr>
            <p:ph type="title"/>
          </p:nvPr>
        </p:nvSpPr>
        <p:spPr bwMode="auto">
          <a:xfrm>
            <a:off x="581192" y="702156"/>
            <a:ext cx="11029616" cy="1013800"/>
          </a:xfrm>
        </p:spPr>
        <p:txBody>
          <a:bodyPr/>
          <a:lstStyle/>
          <a:p>
            <a:pPr>
              <a:defRPr/>
            </a:pPr>
            <a:r>
              <a:rPr lang="en-US"/>
              <a:t>Click to edit Master title style</a:t>
            </a:r>
            <a:endParaRPr/>
          </a:p>
        </p:txBody>
      </p:sp>
      <p:sp>
        <p:nvSpPr>
          <p:cNvPr id="1694062084" name="Vertical Text Placeholder 2"/>
          <p:cNvSpPr>
            <a:spLocks noGrp="1"/>
          </p:cNvSpPr>
          <p:nvPr>
            <p:ph type="body" orient="vert" idx="1"/>
          </p:nvPr>
        </p:nvSpPr>
        <p:spPr bwMode="auto"/>
        <p:txBody>
          <a:bodyPr vert="eaVert" anchor="t"/>
          <a:lstStyle>
            <a:lvl1pPr algn="l">
              <a:defRPr/>
            </a:lvl1pPr>
            <a:lvl2pPr algn="l">
              <a:defRPr/>
            </a:lvl2pPr>
            <a:lvl3pPr algn="l">
              <a:defRPr/>
            </a:lvl3pPr>
            <a:lvl4pPr algn="l">
              <a:defRPr/>
            </a:lvl4pPr>
            <a:lvl5pPr algn="l">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707198944" name="Date Placeholder 3"/>
          <p:cNvSpPr>
            <a:spLocks noGrp="1"/>
          </p:cNvSpPr>
          <p:nvPr>
            <p:ph type="dt" sz="half" idx="10"/>
          </p:nvPr>
        </p:nvSpPr>
        <p:spPr bwMode="auto"/>
        <p:txBody>
          <a:bodyPr/>
          <a:lstStyle/>
          <a:p>
            <a:pPr>
              <a:defRPr/>
            </a:pPr>
            <a:fld id="{2CED4963-E985-44C4-B8C4-FDD613B7C2F8}" type="datetime1">
              <a:rPr lang="en-US"/>
              <a:t>6/25/2026</a:t>
            </a:fld>
            <a:endParaRPr lang="en-US"/>
          </a:p>
        </p:txBody>
      </p:sp>
      <p:sp>
        <p:nvSpPr>
          <p:cNvPr id="1335851413" name="Footer Placeholder 4"/>
          <p:cNvSpPr>
            <a:spLocks noGrp="1"/>
          </p:cNvSpPr>
          <p:nvPr>
            <p:ph type="ftr" sz="quarter" idx="11"/>
          </p:nvPr>
        </p:nvSpPr>
        <p:spPr bwMode="auto">
          <a:xfrm>
            <a:off x="581192" y="6423914"/>
            <a:ext cx="6917210" cy="365125"/>
          </a:xfrm>
          <a:prstGeom prst="rect">
            <a:avLst/>
          </a:prstGeom>
        </p:spPr>
        <p:txBody>
          <a:bodyPr/>
          <a:lstStyle/>
          <a:p>
            <a:pPr>
              <a:defRPr/>
            </a:pPr>
            <a:endParaRPr lang="en-US"/>
          </a:p>
        </p:txBody>
      </p:sp>
      <p:sp>
        <p:nvSpPr>
          <p:cNvPr id="1698912770" name="Slide Number Placeholder 5"/>
          <p:cNvSpPr>
            <a:spLocks noGrp="1"/>
          </p:cNvSpPr>
          <p:nvPr>
            <p:ph type="sldNum" sz="quarter" idx="12"/>
          </p:nvPr>
        </p:nvSpPr>
        <p:spPr bwMode="auto"/>
        <p:txBody>
          <a:bodyPr/>
          <a:lstStyle/>
          <a:p>
            <a:pPr>
              <a:defRPr/>
            </a:pPr>
            <a:fld id="{3A98EE3D-8CD1-4C3F-BD1C-C98C9596463C}"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vertTitleAndTx" userDrawn="1">
  <p:cSld name="Vertical Title and Text">
    <p:spTree>
      <p:nvGrpSpPr>
        <p:cNvPr id="1" name=""/>
        <p:cNvGrpSpPr/>
        <p:nvPr/>
      </p:nvGrpSpPr>
      <p:grpSpPr bwMode="auto">
        <a:xfrm>
          <a:off x="0" y="0"/>
          <a:ext cx="0" cy="0"/>
          <a:chOff x="0" y="0"/>
          <a:chExt cx="0" cy="0"/>
        </a:xfrm>
      </p:grpSpPr>
      <p:sp>
        <p:nvSpPr>
          <p:cNvPr id="151928370" name="Rectangle 6"/>
          <p:cNvSpPr>
            <a:spLocks noChangeAspect="1"/>
          </p:cNvSpPr>
          <p:nvPr/>
        </p:nvSpPr>
        <p:spPr bwMode="auto">
          <a:xfrm>
            <a:off x="8058151" y="599725"/>
            <a:ext cx="3687315"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71013919" name="Vertical Title 1"/>
          <p:cNvSpPr>
            <a:spLocks noGrp="1"/>
          </p:cNvSpPr>
          <p:nvPr>
            <p:ph type="title" orient="vert"/>
          </p:nvPr>
        </p:nvSpPr>
        <p:spPr bwMode="auto">
          <a:xfrm>
            <a:off x="8204200" y="863599"/>
            <a:ext cx="3124200" cy="4807326"/>
          </a:xfrm>
        </p:spPr>
        <p:txBody>
          <a:bodyPr vert="eaVert" anchor="ctr"/>
          <a:lstStyle>
            <a:lvl1pPr>
              <a:defRPr>
                <a:solidFill>
                  <a:srgbClr val="FFFFFF"/>
                </a:solidFill>
              </a:defRPr>
            </a:lvl1pPr>
          </a:lstStyle>
          <a:p>
            <a:pPr>
              <a:defRPr/>
            </a:pPr>
            <a:r>
              <a:rPr lang="en-US"/>
              <a:t>Click to edit Master title style</a:t>
            </a:r>
            <a:endParaRPr/>
          </a:p>
        </p:txBody>
      </p:sp>
      <p:sp>
        <p:nvSpPr>
          <p:cNvPr id="55330110" name="Vertical Text Placeholder 2"/>
          <p:cNvSpPr>
            <a:spLocks noGrp="1"/>
          </p:cNvSpPr>
          <p:nvPr>
            <p:ph type="body" orient="vert" idx="1"/>
          </p:nvPr>
        </p:nvSpPr>
        <p:spPr bwMode="auto">
          <a:xfrm>
            <a:off x="774923" y="863599"/>
            <a:ext cx="7161625" cy="4807326"/>
          </a:xfrm>
        </p:spPr>
        <p:txBody>
          <a:bodyPr vert="eaVert" ancho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33360431" name="Rectangle 7"/>
          <p:cNvSpPr/>
          <p:nvPr/>
        </p:nvSpPr>
        <p:spPr bwMode="auto">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2035314460" name="Rectangle 8"/>
          <p:cNvSpPr/>
          <p:nvPr/>
        </p:nvSpPr>
        <p:spPr bwMode="auto">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457000261" name="Rectangle 9"/>
          <p:cNvSpPr/>
          <p:nvPr/>
        </p:nvSpPr>
        <p:spPr bwMode="auto">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759079040" name="Date Placeholder 10"/>
          <p:cNvSpPr>
            <a:spLocks noGrp="1"/>
          </p:cNvSpPr>
          <p:nvPr>
            <p:ph type="dt" sz="half" idx="10"/>
          </p:nvPr>
        </p:nvSpPr>
        <p:spPr bwMode="auto"/>
        <p:txBody>
          <a:bodyPr/>
          <a:lstStyle/>
          <a:p>
            <a:pPr>
              <a:defRPr/>
            </a:pPr>
            <a:fld id="{ED291B17-9318-49DB-B28B-6E5994AE9581}" type="datetime1">
              <a:rPr lang="en-US"/>
              <a:t>6/25/2026</a:t>
            </a:fld>
            <a:endParaRPr lang="en-US"/>
          </a:p>
        </p:txBody>
      </p:sp>
      <p:sp>
        <p:nvSpPr>
          <p:cNvPr id="490783597" name="Footer Placeholder 11"/>
          <p:cNvSpPr>
            <a:spLocks noGrp="1"/>
          </p:cNvSpPr>
          <p:nvPr>
            <p:ph type="ftr" sz="quarter" idx="11"/>
          </p:nvPr>
        </p:nvSpPr>
        <p:spPr bwMode="auto">
          <a:xfrm>
            <a:off x="581192" y="6423914"/>
            <a:ext cx="6917210" cy="365125"/>
          </a:xfrm>
          <a:prstGeom prst="rect">
            <a:avLst/>
          </a:prstGeom>
        </p:spPr>
        <p:txBody>
          <a:bodyPr/>
          <a:lstStyle/>
          <a:p>
            <a:pPr>
              <a:defRPr/>
            </a:pPr>
            <a:endParaRPr lang="en-US"/>
          </a:p>
        </p:txBody>
      </p:sp>
      <p:sp>
        <p:nvSpPr>
          <p:cNvPr id="1209816610" name="Slide Number Placeholder 12"/>
          <p:cNvSpPr>
            <a:spLocks noGrp="1"/>
          </p:cNvSpPr>
          <p:nvPr>
            <p:ph type="sldNum" sz="quarter" idx="12"/>
          </p:nvPr>
        </p:nvSpPr>
        <p:spPr bwMode="auto"/>
        <p:txBody>
          <a:bodyPr/>
          <a:lstStyle/>
          <a:p>
            <a:pPr>
              <a:defRPr/>
            </a:pPr>
            <a:fld id="{3A98EE3D-8CD1-4C3F-BD1C-C98C9596463C}"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839925777" name="Title Placeholder 1"/>
          <p:cNvSpPr>
            <a:spLocks noGrp="1"/>
          </p:cNvSpPr>
          <p:nvPr>
            <p:ph type="title"/>
          </p:nvPr>
        </p:nvSpPr>
        <p:spPr bwMode="auto">
          <a:xfrm>
            <a:off x="581192" y="705123"/>
            <a:ext cx="11029616" cy="557146"/>
          </a:xfrm>
          <a:prstGeom prst="rect">
            <a:avLst/>
          </a:prstGeom>
        </p:spPr>
        <p:txBody>
          <a:bodyPr vert="horz" lIns="91440" tIns="45720" rIns="91440" bIns="45720" rtlCol="0" anchor="b">
            <a:normAutofit/>
          </a:bodyPr>
          <a:lstStyle/>
          <a:p>
            <a:pPr>
              <a:defRPr/>
            </a:pPr>
            <a:r>
              <a:rPr lang="en-US"/>
              <a:t>Click to edit Master title style</a:t>
            </a:r>
            <a:endParaRPr/>
          </a:p>
        </p:txBody>
      </p:sp>
      <p:sp>
        <p:nvSpPr>
          <p:cNvPr id="577888405" name="Text Placeholder 2"/>
          <p:cNvSpPr>
            <a:spLocks noGrp="1"/>
          </p:cNvSpPr>
          <p:nvPr>
            <p:ph type="body" idx="1"/>
          </p:nvPr>
        </p:nvSpPr>
        <p:spPr bwMode="auto">
          <a:xfrm>
            <a:off x="581192" y="1415198"/>
            <a:ext cx="11029616" cy="4572852"/>
          </a:xfrm>
          <a:prstGeom prst="rect">
            <a:avLst/>
          </a:prstGeom>
        </p:spPr>
        <p:txBody>
          <a:bodyPr vert="horz" lIns="91440" tIns="45720" rIns="91440" bIns="45720" rtlCol="0" anchor="ctr">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664558180" name="Date Placeholder 3"/>
          <p:cNvSpPr>
            <a:spLocks noGrp="1"/>
          </p:cNvSpPr>
          <p:nvPr>
            <p:ph type="dt" sz="half" idx="2"/>
          </p:nvPr>
        </p:nvSpPr>
        <p:spPr bwMode="auto">
          <a:xfrm>
            <a:off x="7605951" y="6423914"/>
            <a:ext cx="2844798"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a:defRPr/>
            </a:pPr>
            <a:fld id="{ED291B17-9318-49DB-B28B-6E5994AE9581}" type="datetime1">
              <a:rPr lang="en-US"/>
              <a:t>6/25/2026</a:t>
            </a:fld>
            <a:endParaRPr lang="en-US"/>
          </a:p>
        </p:txBody>
      </p:sp>
      <p:sp>
        <p:nvSpPr>
          <p:cNvPr id="1167439905" name="Slide Number Placeholder 5"/>
          <p:cNvSpPr>
            <a:spLocks noGrp="1"/>
          </p:cNvSpPr>
          <p:nvPr>
            <p:ph type="sldNum" sz="quarter" idx="4"/>
          </p:nvPr>
        </p:nvSpPr>
        <p:spPr bwMode="auto">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a:defRPr/>
            </a:pPr>
            <a:fld id="{3A98EE3D-8CD1-4C3F-BD1C-C98C9596463C}" type="slidenum">
              <a:rPr lang="en-US"/>
              <a:t>‹#›</a:t>
            </a:fld>
            <a:endParaRPr lang="en-US"/>
          </a:p>
        </p:txBody>
      </p:sp>
      <p:sp>
        <p:nvSpPr>
          <p:cNvPr id="1926883410" name="Rectangle 8"/>
          <p:cNvSpPr/>
          <p:nvPr/>
        </p:nvSpPr>
        <p:spPr bwMode="auto">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815611672" name="Rectangle 9"/>
          <p:cNvSpPr/>
          <p:nvPr/>
        </p:nvSpPr>
        <p:spPr bwMode="auto">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862370555" name="Rectangle 10"/>
          <p:cNvSpPr/>
          <p:nvPr/>
        </p:nvSpPr>
        <p:spPr bwMode="auto">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1170174634" name="Picture 7" descr="Logo&#10;&#10;Description automatically generated"/>
          <p:cNvPicPr>
            <a:picLocks noChangeAspect="1"/>
          </p:cNvPicPr>
          <p:nvPr userDrawn="1"/>
        </p:nvPicPr>
        <p:blipFill rotWithShape="1">
          <a:blip r:embed="rId13"/>
          <a:stretch/>
        </p:blipFill>
        <p:spPr bwMode="auto">
          <a:xfrm>
            <a:off x="10485003" y="6437910"/>
            <a:ext cx="1125805" cy="36512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lvl1pPr algn="l" defTabSz="457200" rtl="0">
        <a:lnSpc>
          <a:spcPct val="100000"/>
        </a:lnSpc>
        <a:spcBef>
          <a:spcPts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p:titleStyle>
    <p:bodyStyle>
      <a:lvl1pPr marL="306000" indent="-306000" algn="l" defTabSz="457200" rtl="0">
        <a:lnSpc>
          <a:spcPct val="110000"/>
        </a:lnSpc>
        <a:spcBef>
          <a:spcPts val="0"/>
        </a:spcBef>
        <a:spcAft>
          <a:spcPts val="600"/>
        </a:spcAft>
        <a:buClr>
          <a:schemeClr val="accent1"/>
        </a:buClr>
        <a:buSzPct val="92000"/>
        <a:buFont typeface="Wingdings 2"/>
        <a:buChar char=""/>
        <a:defRPr sz="1700">
          <a:solidFill>
            <a:schemeClr val="tx1">
              <a:lumMod val="75000"/>
              <a:lumOff val="25000"/>
            </a:schemeClr>
          </a:solidFill>
          <a:latin typeface="+mn-lt"/>
          <a:ea typeface="+mn-ea"/>
          <a:cs typeface="+mn-cs"/>
        </a:defRPr>
      </a:lvl1pPr>
      <a:lvl2pPr marL="630000" indent="-306000" algn="l" defTabSz="457200" rtl="0">
        <a:spcBef>
          <a:spcPts val="0"/>
        </a:spcBef>
        <a:spcAft>
          <a:spcPts val="600"/>
        </a:spcAft>
        <a:buClr>
          <a:schemeClr val="accent1"/>
        </a:buClr>
        <a:buSzPct val="92000"/>
        <a:buFont typeface="Wingdings 2"/>
        <a:buChar char=""/>
        <a:defRPr sz="1400">
          <a:solidFill>
            <a:schemeClr val="tx1">
              <a:lumMod val="75000"/>
              <a:lumOff val="25000"/>
            </a:schemeClr>
          </a:solidFill>
          <a:latin typeface="+mn-lt"/>
          <a:ea typeface="+mn-ea"/>
          <a:cs typeface="+mn-cs"/>
        </a:defRPr>
      </a:lvl2pPr>
      <a:lvl3pPr marL="900000" indent="-270000" algn="l" defTabSz="457200" rtl="0">
        <a:spcBef>
          <a:spcPts val="0"/>
        </a:spcBef>
        <a:spcAft>
          <a:spcPts val="600"/>
        </a:spcAft>
        <a:buClr>
          <a:schemeClr val="accent1"/>
        </a:buClr>
        <a:buSzPct val="92000"/>
        <a:buFont typeface="Wingdings 2"/>
        <a:buChar char=""/>
        <a:defRPr sz="1300">
          <a:solidFill>
            <a:schemeClr val="tx1">
              <a:lumMod val="75000"/>
              <a:lumOff val="25000"/>
            </a:schemeClr>
          </a:solidFill>
          <a:latin typeface="+mn-lt"/>
          <a:ea typeface="+mn-ea"/>
          <a:cs typeface="+mn-cs"/>
        </a:defRPr>
      </a:lvl3pPr>
      <a:lvl4pPr marL="1242000" indent="-234000" algn="l" defTabSz="457200" rtl="0">
        <a:spcBef>
          <a:spcPts val="0"/>
        </a:spcBef>
        <a:spcAft>
          <a:spcPts val="600"/>
        </a:spcAft>
        <a:buClr>
          <a:schemeClr val="accent1"/>
        </a:buClr>
        <a:buSzPct val="92000"/>
        <a:buFont typeface="Wingdings 2"/>
        <a:buChar char=""/>
        <a:defRPr sz="1100">
          <a:solidFill>
            <a:schemeClr val="tx1">
              <a:lumMod val="75000"/>
              <a:lumOff val="25000"/>
            </a:schemeClr>
          </a:solidFill>
          <a:latin typeface="+mn-lt"/>
          <a:ea typeface="+mn-ea"/>
          <a:cs typeface="+mn-cs"/>
        </a:defRPr>
      </a:lvl4pPr>
      <a:lvl5pPr marL="1602000" indent="-234000" algn="l" defTabSz="457200" rtl="0">
        <a:spcBef>
          <a:spcPts val="0"/>
        </a:spcBef>
        <a:spcAft>
          <a:spcPts val="600"/>
        </a:spcAft>
        <a:buClr>
          <a:schemeClr val="accent1"/>
        </a:buClr>
        <a:buSzPct val="92000"/>
        <a:buFont typeface="Wingdings 2"/>
        <a:buChar char=""/>
        <a:defRPr sz="1100">
          <a:solidFill>
            <a:schemeClr val="tx1">
              <a:lumMod val="75000"/>
              <a:lumOff val="25000"/>
            </a:schemeClr>
          </a:solidFill>
          <a:latin typeface="+mn-lt"/>
          <a:ea typeface="+mn-ea"/>
          <a:cs typeface="+mn-cs"/>
        </a:defRPr>
      </a:lvl5pPr>
      <a:lvl6pPr marL="1900000" indent="-228600" algn="l" defTabSz="457200" rtl="0">
        <a:spcBef>
          <a:spcPts val="0"/>
        </a:spcBef>
        <a:spcAft>
          <a:spcPts val="600"/>
        </a:spcAft>
        <a:buClr>
          <a:schemeClr val="accent2"/>
        </a:buClr>
        <a:buSzPct val="92000"/>
        <a:buFont typeface="Wingdings 2"/>
        <a:buChar char=""/>
        <a:defRPr sz="1200">
          <a:solidFill>
            <a:schemeClr val="tx2"/>
          </a:solidFill>
          <a:latin typeface="+mn-lt"/>
          <a:ea typeface="+mn-ea"/>
          <a:cs typeface="+mn-cs"/>
        </a:defRPr>
      </a:lvl6pPr>
      <a:lvl7pPr marL="2200000" indent="-228600" algn="l" defTabSz="457200" rtl="0">
        <a:spcBef>
          <a:spcPts val="0"/>
        </a:spcBef>
        <a:spcAft>
          <a:spcPts val="600"/>
        </a:spcAft>
        <a:buClr>
          <a:schemeClr val="accent2"/>
        </a:buClr>
        <a:buSzPct val="92000"/>
        <a:buFont typeface="Wingdings 2"/>
        <a:buChar char=""/>
        <a:defRPr sz="1200">
          <a:solidFill>
            <a:schemeClr val="tx2"/>
          </a:solidFill>
          <a:latin typeface="+mn-lt"/>
          <a:ea typeface="+mn-ea"/>
          <a:cs typeface="+mn-cs"/>
        </a:defRPr>
      </a:lvl7pPr>
      <a:lvl8pPr marL="2500000" indent="-228600" algn="l" defTabSz="457200" rtl="0">
        <a:spcBef>
          <a:spcPts val="0"/>
        </a:spcBef>
        <a:spcAft>
          <a:spcPts val="600"/>
        </a:spcAft>
        <a:buClr>
          <a:schemeClr val="accent2"/>
        </a:buClr>
        <a:buSzPct val="92000"/>
        <a:buFont typeface="Wingdings 2"/>
        <a:buChar char=""/>
        <a:defRPr sz="1200">
          <a:solidFill>
            <a:schemeClr val="tx2"/>
          </a:solidFill>
          <a:latin typeface="+mn-lt"/>
          <a:ea typeface="+mn-ea"/>
          <a:cs typeface="+mn-cs"/>
        </a:defRPr>
      </a:lvl8pPr>
      <a:lvl9pPr marL="2800000" indent="-228600" algn="l" defTabSz="457200" rtl="0">
        <a:spcBef>
          <a:spcPts val="0"/>
        </a:spcBef>
        <a:spcAft>
          <a:spcPts val="600"/>
        </a:spcAft>
        <a:buClr>
          <a:schemeClr val="accent2"/>
        </a:buClr>
        <a:buSzPct val="92000"/>
        <a:buFont typeface="Wingdings 2"/>
        <a:buChar char=""/>
        <a:defRPr sz="1200">
          <a:solidFill>
            <a:schemeClr val="tx2"/>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docs.python.org/3/library/index.html" TargetMode="External"/><Relationship Id="rId4" Type="http://schemas.openxmlformats.org/officeDocument/2006/relationships/hyperlink" Target="https://docs.streamlit.io/" TargetMode="External"/><Relationship Id="rId5" Type="http://schemas.openxmlformats.org/officeDocument/2006/relationships/hyperlink" Target="https://docs.pydantic.dev" TargetMode="External"/><Relationship Id="rId6" Type="http://schemas.openxmlformats.org/officeDocument/2006/relationships/hyperlink" Target="https://www.reportlab.com/docs/reportlab-userguide.pdf" TargetMode="Externa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github.com/radiantNearl26/resume-builder-edunet/" TargetMode="External"/><Relationship Id="rId4" Type="http://schemas.openxmlformats.org/officeDocument/2006/relationships/hyperlink" Target="https://resume-builder-edunet-kz6sgrzljrhgtnaffov2fd.streamlit.app/" TargetMode="Externa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17371173" name="Title 1"/>
          <p:cNvSpPr>
            <a:spLocks noGrp="1"/>
          </p:cNvSpPr>
          <p:nvPr>
            <p:ph type="ctrTitle"/>
          </p:nvPr>
        </p:nvSpPr>
        <p:spPr bwMode="auto">
          <a:xfrm>
            <a:off x="1359108" y="1821635"/>
            <a:ext cx="9144000" cy="977778"/>
          </a:xfrm>
        </p:spPr>
        <p:txBody>
          <a:bodyPr/>
          <a:lstStyle/>
          <a:p>
            <a:pPr algn="ctr">
              <a:defRPr/>
            </a:pPr>
            <a:r>
              <a:rPr lang="en-US" b="1">
                <a:solidFill>
                  <a:schemeClr val="accent1"/>
                </a:solidFill>
                <a:latin typeface="Arial"/>
                <a:cs typeface="Arial"/>
              </a:rPr>
              <a:t>AI RESUME BUILDER</a:t>
            </a:r>
            <a:endParaRPr/>
          </a:p>
        </p:txBody>
      </p:sp>
      <p:sp>
        <p:nvSpPr>
          <p:cNvPr id="1986900881" name="TextBox 2"/>
          <p:cNvSpPr txBox="1"/>
          <p:nvPr/>
        </p:nvSpPr>
        <p:spPr bwMode="auto">
          <a:xfrm>
            <a:off x="-329782" y="1034321"/>
            <a:ext cx="12726647" cy="584775"/>
          </a:xfrm>
          <a:prstGeom prst="rect">
            <a:avLst/>
          </a:prstGeom>
          <a:noFill/>
        </p:spPr>
        <p:txBody>
          <a:bodyPr wrap="square" lIns="91440" tIns="45720" rIns="91440" bIns="45720" rtlCol="0" anchor="t">
            <a:spAutoFit/>
          </a:bodyPr>
          <a:lstStyle/>
          <a:p>
            <a:pPr algn="ctr">
              <a:defRPr/>
            </a:pPr>
            <a:r>
              <a:rPr lang="en-US" sz="3200" b="1">
                <a:solidFill>
                  <a:schemeClr val="accent1">
                    <a:lumMod val="75000"/>
                  </a:schemeClr>
                </a:solidFill>
                <a:latin typeface="Arial"/>
                <a:cs typeface="Arial"/>
              </a:rPr>
              <a:t>CAPSTONE PROJECT</a:t>
            </a:r>
            <a:endParaRPr/>
          </a:p>
        </p:txBody>
      </p:sp>
      <p:sp>
        <p:nvSpPr>
          <p:cNvPr id="538228394" name="TextBox 3"/>
          <p:cNvSpPr txBox="1"/>
          <p:nvPr/>
        </p:nvSpPr>
        <p:spPr bwMode="auto">
          <a:xfrm>
            <a:off x="1934896" y="4250187"/>
            <a:ext cx="7994221" cy="1615799"/>
          </a:xfrm>
          <a:prstGeom prst="rect">
            <a:avLst/>
          </a:prstGeom>
          <a:noFill/>
        </p:spPr>
        <p:txBody>
          <a:bodyPr wrap="square" lIns="91440" tIns="45720" rIns="91440" bIns="45720" rtlCol="0" anchor="t">
            <a:spAutoFit/>
          </a:bodyPr>
          <a:lstStyle/>
          <a:p>
            <a:pPr algn="ctr">
              <a:defRPr/>
            </a:pPr>
            <a:r>
              <a:rPr lang="en-US" sz="2000" b="1">
                <a:solidFill>
                  <a:schemeClr val="accent1">
                    <a:lumMod val="20000"/>
                    <a:lumOff val="80000"/>
                  </a:schemeClr>
                </a:solidFill>
                <a:latin typeface="Arial"/>
                <a:cs typeface="Arial"/>
              </a:rPr>
              <a:t>Presented By:</a:t>
            </a:r>
            <a:endParaRPr>
              <a:solidFill>
                <a:schemeClr val="accent1">
                  <a:lumMod val="20000"/>
                  <a:lumOff val="80000"/>
                </a:schemeClr>
              </a:solidFill>
            </a:endParaRPr>
          </a:p>
          <a:p>
            <a:pPr algn="ctr">
              <a:defRPr/>
            </a:pPr>
            <a:r>
              <a:rPr lang="en-US" sz="2000" b="1">
                <a:solidFill>
                  <a:schemeClr val="accent1">
                    <a:lumMod val="20000"/>
                    <a:lumOff val="80000"/>
                  </a:schemeClr>
                </a:solidFill>
                <a:latin typeface="Arial"/>
                <a:cs typeface="Arial"/>
              </a:rPr>
              <a:t>Name: Asmit Das Choudhury</a:t>
            </a:r>
            <a:endParaRPr>
              <a:solidFill>
                <a:schemeClr val="accent1">
                  <a:lumMod val="20000"/>
                  <a:lumOff val="80000"/>
                </a:schemeClr>
              </a:solidFill>
            </a:endParaRPr>
          </a:p>
          <a:p>
            <a:pPr algn="ctr">
              <a:defRPr/>
            </a:pPr>
            <a:r>
              <a:rPr lang="en-US" sz="2000" b="1">
                <a:solidFill>
                  <a:schemeClr val="accent1">
                    <a:lumMod val="20000"/>
                    <a:lumOff val="80000"/>
                  </a:schemeClr>
                </a:solidFill>
                <a:latin typeface="Arial"/>
                <a:cs typeface="Arial"/>
              </a:rPr>
              <a:t>College: </a:t>
            </a:r>
            <a:r>
              <a:rPr lang="en-US" sz="2000" b="1">
                <a:solidFill>
                  <a:schemeClr val="accent1">
                    <a:lumMod val="20000"/>
                    <a:lumOff val="80000"/>
                  </a:schemeClr>
                </a:solidFill>
                <a:latin typeface="Arial"/>
                <a:cs typeface="Arial"/>
              </a:rPr>
              <a:t>Brainware</a:t>
            </a:r>
            <a:r>
              <a:rPr lang="en-US" sz="2000" b="1">
                <a:solidFill>
                  <a:schemeClr val="accent1">
                    <a:lumMod val="20000"/>
                    <a:lumOff val="80000"/>
                  </a:schemeClr>
                </a:solidFill>
                <a:latin typeface="Arial"/>
                <a:cs typeface="Arial"/>
              </a:rPr>
              <a:t> University</a:t>
            </a:r>
            <a:endParaRPr>
              <a:solidFill>
                <a:schemeClr val="accent1">
                  <a:lumMod val="20000"/>
                  <a:lumOff val="80000"/>
                </a:schemeClr>
              </a:solidFill>
            </a:endParaRPr>
          </a:p>
          <a:p>
            <a:pPr algn="ctr">
              <a:defRPr/>
            </a:pPr>
            <a:r>
              <a:rPr lang="en-US" sz="2000" b="1">
                <a:solidFill>
                  <a:schemeClr val="accent1">
                    <a:lumMod val="20000"/>
                    <a:lumOff val="80000"/>
                  </a:schemeClr>
                </a:solidFill>
                <a:latin typeface="Arial"/>
                <a:cs typeface="Arial"/>
              </a:rPr>
              <a:t>Department: B. Tech – CSE (AI &amp; ML)</a:t>
            </a:r>
            <a:endParaRPr>
              <a:solidFill>
                <a:schemeClr val="accent1">
                  <a:lumMod val="20000"/>
                  <a:lumOff val="80000"/>
                </a:schemeClr>
              </a:solidFill>
            </a:endParaRPr>
          </a:p>
          <a:p>
            <a:pPr algn="ctr">
              <a:defRPr/>
            </a:pPr>
            <a:r>
              <a:rPr lang="en-US" sz="2000" b="1">
                <a:solidFill>
                  <a:schemeClr val="accent1">
                    <a:lumMod val="20000"/>
                    <a:lumOff val="80000"/>
                  </a:schemeClr>
                </a:solidFill>
                <a:latin typeface="Arial"/>
                <a:cs typeface="Arial"/>
              </a:rPr>
              <a:t>AICTE ID: STU69dfc00ee2b8f1776271374</a:t>
            </a:r>
            <a:endParaRPr>
              <a:solidFill>
                <a:schemeClr val="accent1">
                  <a:lumMod val="20000"/>
                  <a:lumOff val="80000"/>
                </a:schemeClr>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4056018" name="Content Placeholder 2"/>
          <p:cNvSpPr>
            <a:spLocks noGrp="1"/>
          </p:cNvSpPr>
          <p:nvPr>
            <p:ph idx="1"/>
          </p:nvPr>
        </p:nvSpPr>
        <p:spPr bwMode="auto">
          <a:xfrm>
            <a:off x="838200" y="1618938"/>
            <a:ext cx="11019020" cy="5239062"/>
          </a:xfrm>
        </p:spPr>
        <p:txBody>
          <a:bodyPr vert="horz" lIns="91440" tIns="45720" rIns="91440" bIns="45720" rtlCol="0" anchor="t">
            <a:noAutofit/>
          </a:bodyPr>
          <a:lstStyle/>
          <a:p>
            <a:pPr>
              <a:defRPr/>
            </a:pPr>
            <a:endParaRPr lang="en-US">
              <a:latin typeface="Arial"/>
              <a:cs typeface="Arial"/>
            </a:endParaRPr>
          </a:p>
          <a:p>
            <a:pPr>
              <a:defRPr/>
            </a:pPr>
            <a:endParaRPr lang="en-US">
              <a:latin typeface="Arial"/>
              <a:cs typeface="Arial"/>
            </a:endParaRPr>
          </a:p>
        </p:txBody>
      </p:sp>
      <p:sp>
        <p:nvSpPr>
          <p:cNvPr id="1723680597" name="Content Placeholder 2"/>
          <p:cNvSpPr>
            <a:spLocks noGrp="1"/>
          </p:cNvSpPr>
          <p:nvPr/>
        </p:nvSpPr>
        <p:spPr bwMode="auto">
          <a:xfrm flipH="0" flipV="0">
            <a:off x="581190" y="1568822"/>
            <a:ext cx="11029614" cy="4406526"/>
          </a:xfrm>
        </p:spPr>
        <p:txBody>
          <a:bodyPr vertOverflow="overflow" horzOverflow="overflow" vert="horz" wrap="square" lIns="91440" tIns="45720" rIns="91440" bIns="45720" numCol="1" spcCol="0" rtlCol="0" fromWordArt="0" anchor="t" anchorCtr="0" forceAA="0" upright="0" compatLnSpc="0">
            <a:normAutofit/>
          </a:bodyPr>
          <a:lstStyle>
            <a:lvl1pPr marL="306000" indent="-306000" algn="l" defTabSz="457200" rtl="0">
              <a:lnSpc>
                <a:spcPct val="110000"/>
              </a:lnSpc>
              <a:spcBef>
                <a:spcPts val="0"/>
              </a:spcBef>
              <a:spcAft>
                <a:spcPts val="599"/>
              </a:spcAft>
              <a:buClr>
                <a:schemeClr val="accent1"/>
              </a:buClr>
              <a:buSzPct val="92000"/>
              <a:buFont typeface="Wingdings 2"/>
              <a:buChar char=""/>
              <a:defRPr sz="1700">
                <a:solidFill>
                  <a:schemeClr val="tx1">
                    <a:lumMod val="75000"/>
                    <a:lumOff val="25000"/>
                  </a:schemeClr>
                </a:solidFill>
                <a:latin typeface="+mn-lt"/>
                <a:ea typeface="+mn-ea"/>
                <a:cs typeface="+mn-cs"/>
              </a:defRPr>
            </a:lvl1pPr>
            <a:lvl2pPr marL="630000" indent="-306000" algn="l" defTabSz="457200" rtl="0">
              <a:spcBef>
                <a:spcPts val="0"/>
              </a:spcBef>
              <a:spcAft>
                <a:spcPts val="599"/>
              </a:spcAft>
              <a:buClr>
                <a:schemeClr val="accent1"/>
              </a:buClr>
              <a:buSzPct val="92000"/>
              <a:buFont typeface="Wingdings 2"/>
              <a:buChar char=""/>
              <a:defRPr sz="1400">
                <a:solidFill>
                  <a:schemeClr val="tx1">
                    <a:lumMod val="75000"/>
                    <a:lumOff val="25000"/>
                  </a:schemeClr>
                </a:solidFill>
                <a:latin typeface="+mn-lt"/>
                <a:ea typeface="+mn-ea"/>
                <a:cs typeface="+mn-cs"/>
              </a:defRPr>
            </a:lvl2pPr>
            <a:lvl3pPr marL="900000" indent="-270000" algn="l" defTabSz="457200" rtl="0">
              <a:spcBef>
                <a:spcPts val="0"/>
              </a:spcBef>
              <a:spcAft>
                <a:spcPts val="599"/>
              </a:spcAft>
              <a:buClr>
                <a:schemeClr val="accent1"/>
              </a:buClr>
              <a:buSzPct val="92000"/>
              <a:buFont typeface="Wingdings 2"/>
              <a:buChar char=""/>
              <a:defRPr sz="1300">
                <a:solidFill>
                  <a:schemeClr val="tx1">
                    <a:lumMod val="75000"/>
                    <a:lumOff val="25000"/>
                  </a:schemeClr>
                </a:solidFill>
                <a:latin typeface="+mn-lt"/>
                <a:ea typeface="+mn-ea"/>
                <a:cs typeface="+mn-cs"/>
              </a:defRPr>
            </a:lvl3pPr>
            <a:lvl4pPr marL="1242000" indent="-234000" algn="l" defTabSz="457200" rtl="0">
              <a:spcBef>
                <a:spcPts val="0"/>
              </a:spcBef>
              <a:spcAft>
                <a:spcPts val="599"/>
              </a:spcAft>
              <a:buClr>
                <a:schemeClr val="accent1"/>
              </a:buClr>
              <a:buSzPct val="92000"/>
              <a:buFont typeface="Wingdings 2"/>
              <a:buChar char=""/>
              <a:defRPr sz="1100">
                <a:solidFill>
                  <a:schemeClr val="tx1">
                    <a:lumMod val="75000"/>
                    <a:lumOff val="25000"/>
                  </a:schemeClr>
                </a:solidFill>
                <a:latin typeface="+mn-lt"/>
                <a:ea typeface="+mn-ea"/>
                <a:cs typeface="+mn-cs"/>
              </a:defRPr>
            </a:lvl4pPr>
            <a:lvl5pPr marL="1602000" indent="-234000" algn="l" defTabSz="457200" rtl="0">
              <a:spcBef>
                <a:spcPts val="0"/>
              </a:spcBef>
              <a:spcAft>
                <a:spcPts val="599"/>
              </a:spcAft>
              <a:buClr>
                <a:schemeClr val="accent1"/>
              </a:buClr>
              <a:buSzPct val="92000"/>
              <a:buFont typeface="Wingdings 2"/>
              <a:buChar char=""/>
              <a:defRPr sz="1100">
                <a:solidFill>
                  <a:schemeClr val="tx1">
                    <a:lumMod val="75000"/>
                    <a:lumOff val="25000"/>
                  </a:schemeClr>
                </a:solidFill>
                <a:latin typeface="+mn-lt"/>
                <a:ea typeface="+mn-ea"/>
                <a:cs typeface="+mn-cs"/>
              </a:defRPr>
            </a:lvl5pPr>
            <a:lvl6pPr marL="18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6pPr>
            <a:lvl7pPr marL="21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7pPr>
            <a:lvl8pPr marL="24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8pPr>
            <a:lvl9pPr marL="27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9pPr>
          </a:lstStyle>
          <a:p>
            <a:pPr>
              <a:defRPr/>
            </a:pPr>
            <a:r>
              <a:rPr lang="en-US" sz="1700" b="1" i="0" u="none" strike="noStrike" cap="none" spc="0">
                <a:solidFill>
                  <a:schemeClr val="tx1">
                    <a:lumMod val="75000"/>
                    <a:lumOff val="25000"/>
                  </a:schemeClr>
                </a:solidFill>
                <a:latin typeface="Arial"/>
                <a:ea typeface="Franklin Gothic Book"/>
                <a:cs typeface="Arial"/>
              </a:rPr>
              <a:t>Problem Statement</a:t>
            </a:r>
            <a:endParaRPr lang="en-US" sz="1700" b="1" i="0" u="none" strike="noStrike" cap="none" spc="0">
              <a:solidFill>
                <a:schemeClr val="tx1">
                  <a:lumMod val="75000"/>
                  <a:lumOff val="25000"/>
                </a:schemeClr>
              </a:solidFill>
              <a:latin typeface="Times New Roman"/>
              <a:cs typeface="Times New Roman"/>
            </a:endParaRPr>
          </a:p>
          <a:p>
            <a:pPr>
              <a:defRPr/>
            </a:pPr>
            <a:r>
              <a:rPr lang="en-US" sz="1700" b="1" i="0" u="none" strike="noStrike" cap="none" spc="0">
                <a:solidFill>
                  <a:schemeClr val="tx1">
                    <a:lumMod val="75000"/>
                    <a:lumOff val="25000"/>
                  </a:schemeClr>
                </a:solidFill>
                <a:latin typeface="Arial"/>
                <a:ea typeface="Franklin Gothic Book"/>
                <a:cs typeface="Arial"/>
              </a:rPr>
              <a:t>Proposed Solution</a:t>
            </a:r>
            <a:endParaRPr sz="1700">
              <a:latin typeface="Arial"/>
              <a:cs typeface="Arial"/>
            </a:endParaRPr>
          </a:p>
          <a:p>
            <a:pPr>
              <a:defRPr/>
            </a:pPr>
            <a:r>
              <a:rPr lang="en-US" sz="1700" b="1" i="0" u="none" strike="noStrike" cap="none" spc="0">
                <a:solidFill>
                  <a:schemeClr val="tx1">
                    <a:lumMod val="75000"/>
                    <a:lumOff val="25000"/>
                  </a:schemeClr>
                </a:solidFill>
                <a:latin typeface="Arial"/>
                <a:ea typeface="Franklin Gothic Book"/>
                <a:cs typeface="Calibri"/>
              </a:rPr>
              <a:t>System </a:t>
            </a:r>
            <a:r>
              <a:rPr lang="en-US" sz="1700" b="1" i="0" u="none" strike="noStrike" cap="none" spc="0">
                <a:solidFill>
                  <a:schemeClr val="tx1">
                    <a:lumMod val="75000"/>
                    <a:lumOff val="25000"/>
                  </a:schemeClr>
                </a:solidFill>
                <a:latin typeface="Arial"/>
                <a:ea typeface="Franklin Gothic Book"/>
                <a:cs typeface="Franklin Gothic Book"/>
              </a:rPr>
              <a:t>Development Approach</a:t>
            </a:r>
            <a:endParaRPr sz="1700"/>
          </a:p>
          <a:p>
            <a:pPr>
              <a:defRPr/>
            </a:pPr>
            <a:r>
              <a:rPr lang="en-US" sz="1700" b="1" i="0" u="none" strike="noStrike" cap="none" spc="0">
                <a:solidFill>
                  <a:schemeClr val="tx1">
                    <a:lumMod val="75000"/>
                    <a:lumOff val="25000"/>
                  </a:schemeClr>
                </a:solidFill>
                <a:latin typeface="Arial"/>
                <a:ea typeface="Franklin Gothic Book"/>
                <a:cs typeface="Franklin Gothic Book"/>
              </a:rPr>
              <a:t>Algorithm &amp; Deployment  </a:t>
            </a:r>
            <a:endParaRPr sz="1700">
              <a:latin typeface="Arial"/>
              <a:cs typeface="Calibri"/>
            </a:endParaRPr>
          </a:p>
          <a:p>
            <a:pPr>
              <a:defRPr/>
            </a:pPr>
            <a:r>
              <a:rPr lang="en-US" sz="1700" b="1" i="0" u="none" strike="noStrike" cap="none" spc="0">
                <a:solidFill>
                  <a:schemeClr val="tx1">
                    <a:lumMod val="75000"/>
                    <a:lumOff val="25000"/>
                  </a:schemeClr>
                </a:solidFill>
                <a:latin typeface="Arial"/>
                <a:ea typeface="Franklin Gothic Book"/>
                <a:cs typeface="Arial"/>
              </a:rPr>
              <a:t>Result</a:t>
            </a:r>
            <a:endParaRPr sz="1700"/>
          </a:p>
          <a:p>
            <a:pPr>
              <a:defRPr/>
            </a:pPr>
            <a:r>
              <a:rPr lang="en-US" sz="1700" b="1" i="0" u="none" strike="noStrike" cap="none" spc="0">
                <a:solidFill>
                  <a:schemeClr val="tx1">
                    <a:lumMod val="75000"/>
                    <a:lumOff val="25000"/>
                  </a:schemeClr>
                </a:solidFill>
                <a:latin typeface="Arial"/>
                <a:ea typeface="Franklin Gothic Book"/>
                <a:cs typeface="Arial"/>
              </a:rPr>
              <a:t>Conclusion</a:t>
            </a:r>
            <a:endParaRPr sz="1700">
              <a:latin typeface="Arial"/>
              <a:cs typeface="Arial"/>
            </a:endParaRPr>
          </a:p>
          <a:p>
            <a:pPr>
              <a:defRPr/>
            </a:pPr>
            <a:r>
              <a:rPr lang="en-US" sz="1700" b="1" i="0" u="none" strike="noStrike" cap="none" spc="0">
                <a:solidFill>
                  <a:schemeClr val="tx1">
                    <a:lumMod val="75000"/>
                    <a:lumOff val="25000"/>
                  </a:schemeClr>
                </a:solidFill>
                <a:latin typeface="Arial"/>
                <a:ea typeface="Franklin Gothic Book"/>
                <a:cs typeface="Arial"/>
              </a:rPr>
              <a:t>Future Scope</a:t>
            </a:r>
            <a:endParaRPr sz="1700"/>
          </a:p>
          <a:p>
            <a:pPr algn="l">
              <a:defRPr/>
            </a:pPr>
            <a:r>
              <a:rPr lang="en-US" sz="1700" b="1" i="0" u="none" strike="noStrike" cap="none" spc="0">
                <a:solidFill>
                  <a:schemeClr val="tx1">
                    <a:lumMod val="75000"/>
                    <a:lumOff val="25000"/>
                  </a:schemeClr>
                </a:solidFill>
                <a:latin typeface="Arial"/>
                <a:ea typeface="Franklin Gothic Book"/>
                <a:cs typeface="Arial"/>
              </a:rPr>
              <a:t>References</a:t>
            </a:r>
            <a:endParaRPr/>
          </a:p>
          <a:p>
            <a:pPr algn="l">
              <a:defRPr/>
            </a:pPr>
            <a:endParaRPr lang="en-IN"/>
          </a:p>
        </p:txBody>
      </p:sp>
      <p:sp>
        <p:nvSpPr>
          <p:cNvPr id="78363843" name="Title 4"/>
          <p:cNvSpPr>
            <a:spLocks noGrp="1"/>
          </p:cNvSpPr>
          <p:nvPr/>
        </p:nvSpPr>
        <p:spPr bwMode="auto">
          <a:xfrm>
            <a:off x="581191" y="842229"/>
            <a:ext cx="11029615" cy="530295"/>
          </a:xfrm>
        </p:spPr>
        <p:txBody>
          <a:bodyPr vert="horz" lIns="91440" tIns="45720" rIns="91440" bIns="45720" rtlCol="0" anchor="b">
            <a:normAutofit fontScale="90000"/>
          </a:bodyPr>
          <a:lstStyle>
            <a:lvl1pPr algn="l" defTabSz="457200" rtl="0">
              <a:lnSpc>
                <a:spcPct val="100000"/>
              </a:lnSpc>
              <a:spcBef>
                <a:spcPts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defRPr/>
            </a:pPr>
            <a:r>
              <a:rPr lang="en-US" sz="4400" b="1">
                <a:solidFill>
                  <a:schemeClr val="accent1"/>
                </a:solidFill>
                <a:latin typeface="Arial"/>
                <a:cs typeface="Arial"/>
              </a:rPr>
              <a:t>OUTLINE</a:t>
            </a:r>
            <a:endParaRPr lang="en-US" sz="4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55489045" name="Title 4"/>
          <p:cNvSpPr>
            <a:spLocks noGrp="1"/>
          </p:cNvSpPr>
          <p:nvPr>
            <p:ph type="title"/>
          </p:nvPr>
        </p:nvSpPr>
        <p:spPr bwMode="auto">
          <a:xfrm>
            <a:off x="581191" y="842229"/>
            <a:ext cx="11029615" cy="530295"/>
          </a:xfrm>
        </p:spPr>
        <p:txBody>
          <a:bodyPr>
            <a:normAutofit fontScale="90000"/>
          </a:bodyPr>
          <a:lstStyle/>
          <a:p>
            <a:pPr>
              <a:defRPr/>
            </a:pPr>
            <a:r>
              <a:rPr lang="en-US" sz="4400" b="1">
                <a:solidFill>
                  <a:schemeClr val="accent1"/>
                </a:solidFill>
                <a:latin typeface="Arial"/>
                <a:cs typeface="Arial"/>
              </a:rPr>
              <a:t>Problem Statement</a:t>
            </a:r>
            <a:endParaRPr lang="en-US" sz="4400"/>
          </a:p>
        </p:txBody>
      </p:sp>
      <p:sp>
        <p:nvSpPr>
          <p:cNvPr id="230899590" name="Content Placeholder 2"/>
          <p:cNvSpPr>
            <a:spLocks noGrp="1"/>
          </p:cNvSpPr>
          <p:nvPr/>
        </p:nvSpPr>
        <p:spPr bwMode="auto">
          <a:xfrm flipH="0" flipV="0">
            <a:off x="581190" y="1568822"/>
            <a:ext cx="11029614" cy="4406526"/>
          </a:xfrm>
        </p:spPr>
        <p:txBody>
          <a:bodyPr vertOverflow="overflow" horzOverflow="overflow" vert="horz" wrap="square" lIns="91440" tIns="45720" rIns="91440" bIns="45720" numCol="1" spcCol="0" rtlCol="0" fromWordArt="0" anchor="t" anchorCtr="0" forceAA="0" upright="0" compatLnSpc="0">
            <a:normAutofit/>
          </a:bodyPr>
          <a:lstStyle>
            <a:lvl1pPr marL="306000" indent="-306000" algn="l" defTabSz="457200" rtl="0">
              <a:lnSpc>
                <a:spcPct val="110000"/>
              </a:lnSpc>
              <a:spcBef>
                <a:spcPts val="0"/>
              </a:spcBef>
              <a:spcAft>
                <a:spcPts val="599"/>
              </a:spcAft>
              <a:buClr>
                <a:schemeClr val="accent1"/>
              </a:buClr>
              <a:buSzPct val="92000"/>
              <a:buFont typeface="Wingdings 2"/>
              <a:buChar char=""/>
              <a:defRPr sz="1700">
                <a:solidFill>
                  <a:schemeClr val="tx1">
                    <a:lumMod val="75000"/>
                    <a:lumOff val="25000"/>
                  </a:schemeClr>
                </a:solidFill>
                <a:latin typeface="+mn-lt"/>
                <a:ea typeface="+mn-ea"/>
                <a:cs typeface="+mn-cs"/>
              </a:defRPr>
            </a:lvl1pPr>
            <a:lvl2pPr marL="630000" indent="-306000" algn="l" defTabSz="457200" rtl="0">
              <a:spcBef>
                <a:spcPts val="0"/>
              </a:spcBef>
              <a:spcAft>
                <a:spcPts val="599"/>
              </a:spcAft>
              <a:buClr>
                <a:schemeClr val="accent1"/>
              </a:buClr>
              <a:buSzPct val="92000"/>
              <a:buFont typeface="Wingdings 2"/>
              <a:buChar char=""/>
              <a:defRPr sz="1400">
                <a:solidFill>
                  <a:schemeClr val="tx1">
                    <a:lumMod val="75000"/>
                    <a:lumOff val="25000"/>
                  </a:schemeClr>
                </a:solidFill>
                <a:latin typeface="+mn-lt"/>
                <a:ea typeface="+mn-ea"/>
                <a:cs typeface="+mn-cs"/>
              </a:defRPr>
            </a:lvl2pPr>
            <a:lvl3pPr marL="900000" indent="-270000" algn="l" defTabSz="457200" rtl="0">
              <a:spcBef>
                <a:spcPts val="0"/>
              </a:spcBef>
              <a:spcAft>
                <a:spcPts val="599"/>
              </a:spcAft>
              <a:buClr>
                <a:schemeClr val="accent1"/>
              </a:buClr>
              <a:buSzPct val="92000"/>
              <a:buFont typeface="Wingdings 2"/>
              <a:buChar char=""/>
              <a:defRPr sz="1300">
                <a:solidFill>
                  <a:schemeClr val="tx1">
                    <a:lumMod val="75000"/>
                    <a:lumOff val="25000"/>
                  </a:schemeClr>
                </a:solidFill>
                <a:latin typeface="+mn-lt"/>
                <a:ea typeface="+mn-ea"/>
                <a:cs typeface="+mn-cs"/>
              </a:defRPr>
            </a:lvl3pPr>
            <a:lvl4pPr marL="1242000" indent="-234000" algn="l" defTabSz="457200" rtl="0">
              <a:spcBef>
                <a:spcPts val="0"/>
              </a:spcBef>
              <a:spcAft>
                <a:spcPts val="599"/>
              </a:spcAft>
              <a:buClr>
                <a:schemeClr val="accent1"/>
              </a:buClr>
              <a:buSzPct val="92000"/>
              <a:buFont typeface="Wingdings 2"/>
              <a:buChar char=""/>
              <a:defRPr sz="1100">
                <a:solidFill>
                  <a:schemeClr val="tx1">
                    <a:lumMod val="75000"/>
                    <a:lumOff val="25000"/>
                  </a:schemeClr>
                </a:solidFill>
                <a:latin typeface="+mn-lt"/>
                <a:ea typeface="+mn-ea"/>
                <a:cs typeface="+mn-cs"/>
              </a:defRPr>
            </a:lvl4pPr>
            <a:lvl5pPr marL="1602000" indent="-234000" algn="l" defTabSz="457200" rtl="0">
              <a:spcBef>
                <a:spcPts val="0"/>
              </a:spcBef>
              <a:spcAft>
                <a:spcPts val="599"/>
              </a:spcAft>
              <a:buClr>
                <a:schemeClr val="accent1"/>
              </a:buClr>
              <a:buSzPct val="92000"/>
              <a:buFont typeface="Wingdings 2"/>
              <a:buChar char=""/>
              <a:defRPr sz="1100">
                <a:solidFill>
                  <a:schemeClr val="tx1">
                    <a:lumMod val="75000"/>
                    <a:lumOff val="25000"/>
                  </a:schemeClr>
                </a:solidFill>
                <a:latin typeface="+mn-lt"/>
                <a:ea typeface="+mn-ea"/>
                <a:cs typeface="+mn-cs"/>
              </a:defRPr>
            </a:lvl5pPr>
            <a:lvl6pPr marL="18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6pPr>
            <a:lvl7pPr marL="21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7pPr>
            <a:lvl8pPr marL="24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8pPr>
            <a:lvl9pPr marL="27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9pPr>
          </a:lstStyle>
          <a:p>
            <a:pPr marL="0" indent="0">
              <a:buNone/>
              <a:defRPr/>
            </a:pPr>
            <a:r>
              <a:rPr lang="en-IN" sz="1700" b="0" i="0" u="none" strike="noStrike" cap="none" spc="0">
                <a:solidFill>
                  <a:schemeClr val="tx1">
                    <a:lumMod val="85000"/>
                    <a:lumOff val="15000"/>
                  </a:schemeClr>
                </a:solidFill>
                <a:latin typeface="Calibri"/>
                <a:ea typeface="Calibri"/>
                <a:cs typeface="Calibri"/>
              </a:rPr>
              <a:t>Many students struggle to present their skills and projects in an attractive, professional format.</a:t>
            </a:r>
            <a:r>
              <a:rPr lang="en-US" sz="1700" b="0" i="0" u="none" strike="noStrike" cap="none" spc="0">
                <a:solidFill>
                  <a:schemeClr val="tx1">
                    <a:lumMod val="85000"/>
                    <a:lumOff val="15000"/>
                  </a:schemeClr>
                </a:solidFill>
                <a:latin typeface="Calibri"/>
                <a:ea typeface="Calibri"/>
                <a:cs typeface="Calibri"/>
              </a:rPr>
              <a:t> </a:t>
            </a:r>
            <a:r>
              <a:rPr lang="en-IN" sz="1700" b="0" i="0" u="none" strike="noStrike" cap="none" spc="0">
                <a:solidFill>
                  <a:schemeClr val="tx1">
                    <a:lumMod val="85000"/>
                    <a:lumOff val="15000"/>
                  </a:schemeClr>
                </a:solidFill>
                <a:latin typeface="Calibri"/>
                <a:ea typeface="Calibri"/>
                <a:cs typeface="Calibri"/>
              </a:rPr>
              <a:t>Generic resume templates don’t </a:t>
            </a:r>
            <a:r>
              <a:rPr lang="en-IN" sz="1700" b="0" i="0" u="none" strike="noStrike" cap="none" spc="0">
                <a:solidFill>
                  <a:schemeClr val="tx1">
                    <a:lumMod val="85000"/>
                    <a:lumOff val="15000"/>
                  </a:schemeClr>
                </a:solidFill>
                <a:latin typeface="Calibri"/>
                <a:ea typeface="Calibri"/>
                <a:cs typeface="Calibri"/>
              </a:rPr>
              <a:t>highlight</a:t>
            </a:r>
            <a:r>
              <a:rPr lang="en-IN" sz="1700" b="0" i="0" u="none" strike="noStrike" cap="none" spc="0">
                <a:solidFill>
                  <a:schemeClr val="tx1">
                    <a:lumMod val="85000"/>
                    <a:lumOff val="15000"/>
                  </a:schemeClr>
                </a:solidFill>
                <a:latin typeface="Calibri"/>
                <a:ea typeface="Calibri"/>
                <a:cs typeface="Calibri"/>
              </a:rPr>
              <a:t> </a:t>
            </a:r>
            <a:r>
              <a:rPr lang="en-IN" sz="1700" b="0" i="0" u="none" strike="noStrike" cap="none" spc="0">
                <a:solidFill>
                  <a:schemeClr val="tx1">
                    <a:lumMod val="85000"/>
                    <a:lumOff val="15000"/>
                  </a:schemeClr>
                </a:solidFill>
                <a:latin typeface="Calibri"/>
                <a:ea typeface="Calibri"/>
                <a:cs typeface="Calibri"/>
              </a:rPr>
              <a:t>individual strengths. A generative AI solution is</a:t>
            </a:r>
            <a:r>
              <a:rPr lang="en-US" sz="1700" b="0" i="0" u="none" strike="noStrike" cap="none" spc="0">
                <a:solidFill>
                  <a:schemeClr val="tx1">
                    <a:lumMod val="85000"/>
                    <a:lumOff val="15000"/>
                  </a:schemeClr>
                </a:solidFill>
                <a:latin typeface="Calibri"/>
                <a:ea typeface="Calibri"/>
                <a:cs typeface="Calibri"/>
              </a:rPr>
              <a:t> </a:t>
            </a:r>
            <a:r>
              <a:rPr lang="en-IN" sz="1700" b="0" i="0" u="none" strike="noStrike" cap="none" spc="0">
                <a:solidFill>
                  <a:schemeClr val="tx1">
                    <a:lumMod val="85000"/>
                    <a:lumOff val="15000"/>
                  </a:schemeClr>
                </a:solidFill>
                <a:latin typeface="Calibri"/>
                <a:ea typeface="Calibri"/>
                <a:cs typeface="Calibri"/>
              </a:rPr>
              <a:t>needed that can automatically generate tailored resumes, cover letters, and portfolios based</a:t>
            </a:r>
            <a:r>
              <a:rPr lang="en-US" sz="1700" b="0" i="0" u="none" strike="noStrike" cap="none" spc="0">
                <a:solidFill>
                  <a:schemeClr val="tx1">
                    <a:lumMod val="85000"/>
                    <a:lumOff val="15000"/>
                  </a:schemeClr>
                </a:solidFill>
                <a:latin typeface="Calibri"/>
                <a:ea typeface="Calibri"/>
                <a:cs typeface="Calibri"/>
              </a:rPr>
              <a:t> </a:t>
            </a:r>
            <a:r>
              <a:rPr lang="en-IN" sz="1700" b="0" i="0" u="none" strike="noStrike" cap="none" spc="0">
                <a:solidFill>
                  <a:schemeClr val="tx1">
                    <a:lumMod val="85000"/>
                    <a:lumOff val="15000"/>
                  </a:schemeClr>
                </a:solidFill>
                <a:latin typeface="Calibri"/>
                <a:ea typeface="Calibri"/>
                <a:cs typeface="Calibri"/>
              </a:rPr>
              <a:t>on student data, improving job and internship opportunities.</a:t>
            </a:r>
            <a:r>
              <a:rPr>
                <a:solidFill>
                  <a:schemeClr val="tx1">
                    <a:lumMod val="85000"/>
                    <a:lumOff val="15000"/>
                  </a:schemeClr>
                </a:solidFill>
                <a:latin typeface="Calibri"/>
                <a:ea typeface="Calibri"/>
                <a:cs typeface="Calibri"/>
              </a:rPr>
              <a:t> Apart from that, there are multiple more issues faced by freshers regarding their resumes:</a:t>
            </a:r>
            <a:endParaRPr>
              <a:solidFill>
                <a:schemeClr val="tx1">
                  <a:lumMod val="85000"/>
                  <a:lumOff val="15000"/>
                </a:schemeClr>
              </a:solidFill>
              <a:latin typeface="Calibri"/>
              <a:ea typeface="Calibri"/>
              <a:cs typeface="Calibri"/>
            </a:endParaRPr>
          </a:p>
          <a:p>
            <a:pPr marL="0" indent="0">
              <a:buNone/>
              <a:defRPr/>
            </a:pPr>
            <a:endParaRPr>
              <a:solidFill>
                <a:schemeClr val="tx1">
                  <a:lumMod val="85000"/>
                  <a:lumOff val="15000"/>
                </a:schemeClr>
              </a:solidFill>
              <a:latin typeface="Calibri"/>
              <a:cs typeface="Calibri"/>
            </a:endParaRPr>
          </a:p>
          <a:p>
            <a:pPr marL="272865" indent="-272865">
              <a:buClr>
                <a:schemeClr val="accent1"/>
              </a:buClr>
              <a:buSzPct val="92000"/>
              <a:buFont typeface="Wingdings 2"/>
              <a:buAutoNum type="arabicPeriod"/>
              <a:defRPr/>
            </a:pPr>
            <a:r>
              <a:rPr lang="en-US" sz="1700" b="0" i="0" u="none" strike="noStrike" cap="none" spc="0">
                <a:solidFill>
                  <a:schemeClr val="tx1">
                    <a:lumMod val="85000"/>
                    <a:lumOff val="15000"/>
                  </a:schemeClr>
                </a:solidFill>
                <a:latin typeface="Calibri"/>
                <a:ea typeface="Calibri"/>
                <a:cs typeface="Calibri"/>
              </a:rPr>
              <a:t>Most candidates produce resumes that lack clarity, measurable impact, and role-specific relevance. Generic templates do not account for industry-specific keywords or competency requirements.</a:t>
            </a:r>
            <a:endParaRPr sz="1700" b="0" i="0" u="none" strike="noStrike" cap="none" spc="0">
              <a:solidFill>
                <a:schemeClr val="tx1">
                  <a:lumMod val="85000"/>
                  <a:lumOff val="15000"/>
                </a:schemeClr>
              </a:solidFill>
              <a:latin typeface="Calibri"/>
              <a:cs typeface="Calibri"/>
            </a:endParaRPr>
          </a:p>
          <a:p>
            <a:pPr marL="272865" indent="-272865">
              <a:buClr>
                <a:schemeClr val="accent1"/>
              </a:buClr>
              <a:buSzPct val="92000"/>
              <a:buFont typeface="Wingdings 2"/>
              <a:buAutoNum type="arabicPeriod"/>
              <a:defRPr/>
            </a:pPr>
            <a:r>
              <a:rPr lang="en-US" sz="1700" b="0" i="0" u="none" strike="noStrike" cap="none" spc="0">
                <a:solidFill>
                  <a:schemeClr val="tx1">
                    <a:lumMod val="85000"/>
                    <a:lumOff val="15000"/>
                  </a:schemeClr>
                </a:solidFill>
                <a:latin typeface="Calibri"/>
                <a:ea typeface="Calibri"/>
                <a:cs typeface="Calibri"/>
              </a:rPr>
              <a:t>Approximately 75% of resumes are filtered out by ATS systems before reaching human recruiters dur to missing technical keywords, </a:t>
            </a:r>
            <a:r>
              <a:rPr lang="en-US" sz="1700" b="0" i="0" u="none" strike="noStrike" cap="none" spc="0">
                <a:solidFill>
                  <a:schemeClr val="tx1">
                    <a:lumMod val="85000"/>
                    <a:lumOff val="15000"/>
                  </a:schemeClr>
                </a:solidFill>
                <a:latin typeface="Calibri"/>
                <a:ea typeface="Calibri"/>
                <a:cs typeface="Calibri"/>
              </a:rPr>
              <a:t>unquantified achievements, vague responsibilities and </a:t>
            </a:r>
            <a:r>
              <a:rPr lang="en-US" sz="1700" b="0" i="0" u="none" strike="noStrike" cap="none" spc="0">
                <a:solidFill>
                  <a:schemeClr val="tx1">
                    <a:lumMod val="85000"/>
                    <a:lumOff val="15000"/>
                  </a:schemeClr>
                </a:solidFill>
                <a:latin typeface="Calibri"/>
                <a:ea typeface="Calibri"/>
                <a:cs typeface="Calibri"/>
              </a:rPr>
              <a:t>poorly structured formatting</a:t>
            </a:r>
            <a:r>
              <a:rPr>
                <a:solidFill>
                  <a:schemeClr val="tx1">
                    <a:lumMod val="85000"/>
                    <a:lumOff val="15000"/>
                  </a:schemeClr>
                </a:solidFill>
                <a:latin typeface="Calibri"/>
                <a:ea typeface="Calibri"/>
                <a:cs typeface="Calibri"/>
              </a:rPr>
              <a:t>.</a:t>
            </a:r>
            <a:endParaRPr sz="1700" b="0" i="0" u="none" strike="noStrike" cap="none" spc="0">
              <a:solidFill>
                <a:schemeClr val="tx1">
                  <a:lumMod val="85000"/>
                  <a:lumOff val="15000"/>
                </a:schemeClr>
              </a:solidFill>
              <a:latin typeface="Calibri"/>
              <a:cs typeface="Calibri"/>
            </a:endParaRPr>
          </a:p>
          <a:p>
            <a:pPr marL="272865" indent="-272865">
              <a:buClr>
                <a:schemeClr val="accent1"/>
              </a:buClr>
              <a:buSzPct val="92000"/>
              <a:buFont typeface="Wingdings 2"/>
              <a:buAutoNum type="arabicPeriod"/>
              <a:defRPr/>
            </a:pPr>
            <a:r>
              <a:rPr lang="en-US" sz="1700" b="0" i="0" u="none" strike="noStrike" cap="none" spc="0">
                <a:solidFill>
                  <a:schemeClr val="tx1">
                    <a:lumMod val="85000"/>
                    <a:lumOff val="15000"/>
                  </a:schemeClr>
                </a:solidFill>
                <a:latin typeface="Calibri"/>
                <a:ea typeface="Calibri"/>
                <a:cs typeface="Calibri"/>
              </a:rPr>
              <a:t>Creating, revising, and exporting multiple versions of tailored resumes is time-consuming and often results in inconsistent formatting.</a:t>
            </a:r>
            <a:endParaRPr sz="1700" b="0" i="0" u="none" strike="noStrike" cap="none" spc="0">
              <a:solidFill>
                <a:schemeClr val="tx1">
                  <a:lumMod val="85000"/>
                  <a:lumOff val="15000"/>
                </a:schemeClr>
              </a:solidFill>
              <a:latin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11652295" name="Title 4"/>
          <p:cNvSpPr>
            <a:spLocks noGrp="1"/>
          </p:cNvSpPr>
          <p:nvPr>
            <p:ph type="title"/>
          </p:nvPr>
        </p:nvSpPr>
        <p:spPr bwMode="auto">
          <a:xfrm>
            <a:off x="581191" y="842229"/>
            <a:ext cx="11029615" cy="530295"/>
          </a:xfrm>
        </p:spPr>
        <p:txBody>
          <a:bodyPr>
            <a:normAutofit fontScale="90000"/>
          </a:bodyPr>
          <a:lstStyle/>
          <a:p>
            <a:pPr>
              <a:defRPr/>
            </a:pPr>
            <a:r>
              <a:rPr lang="en-US" sz="4400" b="1">
                <a:solidFill>
                  <a:schemeClr val="accent1"/>
                </a:solidFill>
                <a:latin typeface="Arial"/>
                <a:cs typeface="Arial"/>
              </a:rPr>
              <a:t>Proposed Solution</a:t>
            </a:r>
            <a:endParaRPr lang="en-US" sz="4400"/>
          </a:p>
        </p:txBody>
      </p:sp>
      <p:sp>
        <p:nvSpPr>
          <p:cNvPr id="125056851" name="Content Placeholder 2"/>
          <p:cNvSpPr>
            <a:spLocks noGrp="1"/>
          </p:cNvSpPr>
          <p:nvPr/>
        </p:nvSpPr>
        <p:spPr bwMode="auto">
          <a:xfrm flipH="0" flipV="0">
            <a:off x="581190" y="1568822"/>
            <a:ext cx="11029614" cy="4406526"/>
          </a:xfrm>
        </p:spPr>
        <p:txBody>
          <a:bodyPr vertOverflow="overflow" horzOverflow="overflow" vert="horz" wrap="square" lIns="91440" tIns="45720" rIns="91440" bIns="45720" numCol="1" spcCol="0" rtlCol="0" fromWordArt="0" anchor="t" anchorCtr="0" forceAA="0" upright="0" compatLnSpc="0">
            <a:normAutofit/>
          </a:bodyPr>
          <a:lstStyle>
            <a:lvl1pPr marL="306000" indent="-306000" algn="l" defTabSz="457200" rtl="0">
              <a:lnSpc>
                <a:spcPct val="110000"/>
              </a:lnSpc>
              <a:spcBef>
                <a:spcPts val="0"/>
              </a:spcBef>
              <a:spcAft>
                <a:spcPts val="599"/>
              </a:spcAft>
              <a:buClr>
                <a:schemeClr val="accent1"/>
              </a:buClr>
              <a:buSzPct val="92000"/>
              <a:buFont typeface="Wingdings 2"/>
              <a:buChar char=""/>
              <a:defRPr sz="1700">
                <a:solidFill>
                  <a:schemeClr val="tx1">
                    <a:lumMod val="75000"/>
                    <a:lumOff val="25000"/>
                  </a:schemeClr>
                </a:solidFill>
                <a:latin typeface="+mn-lt"/>
                <a:ea typeface="+mn-ea"/>
                <a:cs typeface="+mn-cs"/>
              </a:defRPr>
            </a:lvl1pPr>
            <a:lvl2pPr marL="630000" indent="-306000" algn="l" defTabSz="457200" rtl="0">
              <a:spcBef>
                <a:spcPts val="0"/>
              </a:spcBef>
              <a:spcAft>
                <a:spcPts val="599"/>
              </a:spcAft>
              <a:buClr>
                <a:schemeClr val="accent1"/>
              </a:buClr>
              <a:buSzPct val="92000"/>
              <a:buFont typeface="Wingdings 2"/>
              <a:buChar char=""/>
              <a:defRPr sz="1400">
                <a:solidFill>
                  <a:schemeClr val="tx1">
                    <a:lumMod val="75000"/>
                    <a:lumOff val="25000"/>
                  </a:schemeClr>
                </a:solidFill>
                <a:latin typeface="+mn-lt"/>
                <a:ea typeface="+mn-ea"/>
                <a:cs typeface="+mn-cs"/>
              </a:defRPr>
            </a:lvl2pPr>
            <a:lvl3pPr marL="900000" indent="-270000" algn="l" defTabSz="457200" rtl="0">
              <a:spcBef>
                <a:spcPts val="0"/>
              </a:spcBef>
              <a:spcAft>
                <a:spcPts val="599"/>
              </a:spcAft>
              <a:buClr>
                <a:schemeClr val="accent1"/>
              </a:buClr>
              <a:buSzPct val="92000"/>
              <a:buFont typeface="Wingdings 2"/>
              <a:buChar char=""/>
              <a:defRPr sz="1300">
                <a:solidFill>
                  <a:schemeClr val="tx1">
                    <a:lumMod val="75000"/>
                    <a:lumOff val="25000"/>
                  </a:schemeClr>
                </a:solidFill>
                <a:latin typeface="+mn-lt"/>
                <a:ea typeface="+mn-ea"/>
                <a:cs typeface="+mn-cs"/>
              </a:defRPr>
            </a:lvl3pPr>
            <a:lvl4pPr marL="1242000" indent="-234000" algn="l" defTabSz="457200" rtl="0">
              <a:spcBef>
                <a:spcPts val="0"/>
              </a:spcBef>
              <a:spcAft>
                <a:spcPts val="599"/>
              </a:spcAft>
              <a:buClr>
                <a:schemeClr val="accent1"/>
              </a:buClr>
              <a:buSzPct val="92000"/>
              <a:buFont typeface="Wingdings 2"/>
              <a:buChar char=""/>
              <a:defRPr sz="1100">
                <a:solidFill>
                  <a:schemeClr val="tx1">
                    <a:lumMod val="75000"/>
                    <a:lumOff val="25000"/>
                  </a:schemeClr>
                </a:solidFill>
                <a:latin typeface="+mn-lt"/>
                <a:ea typeface="+mn-ea"/>
                <a:cs typeface="+mn-cs"/>
              </a:defRPr>
            </a:lvl4pPr>
            <a:lvl5pPr marL="1602000" indent="-234000" algn="l" defTabSz="457200" rtl="0">
              <a:spcBef>
                <a:spcPts val="0"/>
              </a:spcBef>
              <a:spcAft>
                <a:spcPts val="599"/>
              </a:spcAft>
              <a:buClr>
                <a:schemeClr val="accent1"/>
              </a:buClr>
              <a:buSzPct val="92000"/>
              <a:buFont typeface="Wingdings 2"/>
              <a:buChar char=""/>
              <a:defRPr sz="1100">
                <a:solidFill>
                  <a:schemeClr val="tx1">
                    <a:lumMod val="75000"/>
                    <a:lumOff val="25000"/>
                  </a:schemeClr>
                </a:solidFill>
                <a:latin typeface="+mn-lt"/>
                <a:ea typeface="+mn-ea"/>
                <a:cs typeface="+mn-cs"/>
              </a:defRPr>
            </a:lvl5pPr>
            <a:lvl6pPr marL="18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6pPr>
            <a:lvl7pPr marL="21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7pPr>
            <a:lvl8pPr marL="24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8pPr>
            <a:lvl9pPr marL="27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9pPr>
          </a:lstStyle>
          <a:p>
            <a:pPr marL="0" indent="0">
              <a:buClr>
                <a:schemeClr val="accent1"/>
              </a:buClr>
              <a:buSzPct val="92000"/>
              <a:buFont typeface="Wingdings 2"/>
              <a:buNone/>
              <a:defRPr/>
            </a:pPr>
            <a:r>
              <a:rPr lang="en-US" sz="1700" b="0" i="0" u="none" strike="noStrike" cap="none" spc="0">
                <a:solidFill>
                  <a:schemeClr val="tx1">
                    <a:lumMod val="85000"/>
                    <a:lumOff val="15000"/>
                  </a:schemeClr>
                </a:solidFill>
                <a:latin typeface="Calibri"/>
                <a:ea typeface="Calibri"/>
                <a:cs typeface="Calibri"/>
              </a:rPr>
              <a:t>Therefore, we need a solution to automate the process of building multiple variants of resumes catered to different job descriptions. We also need to solve the quality of the content that goes in the resumes. </a:t>
            </a:r>
            <a:endParaRPr sz="1700" b="0" i="0" u="none" strike="noStrike" cap="none" spc="0">
              <a:solidFill>
                <a:schemeClr val="tx1">
                  <a:lumMod val="85000"/>
                  <a:lumOff val="15000"/>
                </a:schemeClr>
              </a:solidFill>
              <a:latin typeface="Times New Roman"/>
              <a:cs typeface="Times New Roman"/>
            </a:endParaRPr>
          </a:p>
          <a:p>
            <a:pPr marL="0" indent="0">
              <a:buClr>
                <a:schemeClr val="accent1"/>
              </a:buClr>
              <a:buSzPct val="92000"/>
              <a:buFont typeface="Wingdings 2"/>
              <a:buNone/>
              <a:defRPr/>
            </a:pPr>
            <a:endParaRPr sz="1700" b="0" i="0" u="none" strike="noStrike" cap="none" spc="0">
              <a:solidFill>
                <a:schemeClr val="tx1">
                  <a:lumMod val="85000"/>
                  <a:lumOff val="15000"/>
                </a:schemeClr>
              </a:solidFill>
              <a:latin typeface="Calibri"/>
              <a:cs typeface="Calibri"/>
            </a:endParaRPr>
          </a:p>
          <a:p>
            <a:pPr marL="0" indent="0">
              <a:buClr>
                <a:schemeClr val="accent1"/>
              </a:buClr>
              <a:buSzPct val="92000"/>
              <a:buFont typeface="Wingdings 2"/>
              <a:buNone/>
              <a:defRPr/>
            </a:pPr>
            <a:r>
              <a:rPr lang="en-US" sz="1700" b="0" i="0" u="none" strike="noStrike" cap="none" spc="0">
                <a:solidFill>
                  <a:schemeClr val="tx1">
                    <a:lumMod val="85000"/>
                    <a:lumOff val="15000"/>
                  </a:schemeClr>
                </a:solidFill>
                <a:latin typeface="Calibri"/>
                <a:ea typeface="Calibri"/>
                <a:cs typeface="Calibri"/>
              </a:rPr>
              <a:t>So, I have built this application that automates and streamlines the resume creation and optimization workflow through:</a:t>
            </a:r>
            <a:endParaRPr sz="1700">
              <a:solidFill>
                <a:schemeClr val="tx1">
                  <a:lumMod val="85000"/>
                  <a:lumOff val="15000"/>
                </a:schemeClr>
              </a:solidFill>
              <a:latin typeface="Calibri"/>
              <a:cs typeface="Calibri"/>
            </a:endParaRPr>
          </a:p>
          <a:p>
            <a:pPr>
              <a:defRPr/>
            </a:pPr>
            <a:r>
              <a:rPr lang="en-US" sz="1700" b="1" i="0" u="none" strike="noStrike" cap="none" spc="0">
                <a:solidFill>
                  <a:schemeClr val="tx1">
                    <a:lumMod val="85000"/>
                    <a:lumOff val="15000"/>
                  </a:schemeClr>
                </a:solidFill>
                <a:latin typeface="Calibri"/>
                <a:ea typeface="Calibri"/>
                <a:cs typeface="Calibri"/>
              </a:rPr>
              <a:t>Structured Data Collection</a:t>
            </a:r>
            <a:r>
              <a:rPr lang="en-US" sz="1700" b="0" i="0" u="none" strike="noStrike" cap="none" spc="0">
                <a:solidFill>
                  <a:schemeClr val="tx1">
                    <a:lumMod val="85000"/>
                    <a:lumOff val="15000"/>
                  </a:schemeClr>
                </a:solidFill>
                <a:latin typeface="Calibri"/>
                <a:ea typeface="Calibri"/>
                <a:cs typeface="Calibri"/>
              </a:rPr>
              <a:t>: Replace free-form text with guided form-based input for each resume section</a:t>
            </a:r>
            <a:endParaRPr sz="1700">
              <a:solidFill>
                <a:schemeClr val="tx1">
                  <a:lumMod val="85000"/>
                  <a:lumOff val="15000"/>
                </a:schemeClr>
              </a:solidFill>
              <a:latin typeface="Calibri"/>
              <a:cs typeface="Calibri"/>
            </a:endParaRPr>
          </a:p>
          <a:p>
            <a:pPr>
              <a:defRPr/>
            </a:pPr>
            <a:r>
              <a:rPr lang="en-US" sz="1700" b="1" i="0" u="none" strike="noStrike" cap="none" spc="0">
                <a:solidFill>
                  <a:schemeClr val="tx1">
                    <a:lumMod val="85000"/>
                    <a:lumOff val="15000"/>
                  </a:schemeClr>
                </a:solidFill>
                <a:latin typeface="Calibri"/>
                <a:ea typeface="Calibri"/>
                <a:cs typeface="Calibri"/>
              </a:rPr>
              <a:t>Intelligent Enhancement</a:t>
            </a:r>
            <a:r>
              <a:rPr lang="en-US" sz="1700" b="0" i="0" u="none" strike="noStrike" cap="none" spc="0">
                <a:solidFill>
                  <a:schemeClr val="tx1">
                    <a:lumMod val="85000"/>
                    <a:lumOff val="15000"/>
                  </a:schemeClr>
                </a:solidFill>
                <a:latin typeface="Calibri"/>
                <a:ea typeface="Calibri"/>
                <a:cs typeface="Calibri"/>
              </a:rPr>
              <a:t>: Apply NLP and machine learning to rewrite summaries, strengthen experience bullets, and extract missing keywords</a:t>
            </a:r>
            <a:endParaRPr sz="1700">
              <a:solidFill>
                <a:schemeClr val="tx1">
                  <a:lumMod val="85000"/>
                  <a:lumOff val="15000"/>
                </a:schemeClr>
              </a:solidFill>
              <a:latin typeface="Calibri"/>
              <a:cs typeface="Calibri"/>
            </a:endParaRPr>
          </a:p>
          <a:p>
            <a:pPr>
              <a:defRPr/>
            </a:pPr>
            <a:r>
              <a:rPr lang="en-US" sz="1700" b="1" i="0" u="none" strike="noStrike" cap="none" spc="0">
                <a:solidFill>
                  <a:schemeClr val="tx1">
                    <a:lumMod val="85000"/>
                    <a:lumOff val="15000"/>
                  </a:schemeClr>
                </a:solidFill>
                <a:latin typeface="Calibri"/>
                <a:ea typeface="Calibri"/>
                <a:cs typeface="Calibri"/>
              </a:rPr>
              <a:t>Objective Scoring</a:t>
            </a:r>
            <a:r>
              <a:rPr lang="en-US" sz="1700" b="0" i="0" u="none" strike="noStrike" cap="none" spc="0">
                <a:solidFill>
                  <a:schemeClr val="tx1">
                    <a:lumMod val="85000"/>
                    <a:lumOff val="15000"/>
                  </a:schemeClr>
                </a:solidFill>
                <a:latin typeface="Calibri"/>
                <a:ea typeface="Calibri"/>
                <a:cs typeface="Calibri"/>
              </a:rPr>
              <a:t>: Measure resume quality using ATS heuristics and job-description alignment scores</a:t>
            </a:r>
            <a:endParaRPr sz="1700">
              <a:solidFill>
                <a:schemeClr val="tx1">
                  <a:lumMod val="85000"/>
                  <a:lumOff val="15000"/>
                </a:schemeClr>
              </a:solidFill>
              <a:latin typeface="Calibri"/>
              <a:cs typeface="Calibri"/>
            </a:endParaRPr>
          </a:p>
          <a:p>
            <a:pPr>
              <a:defRPr/>
            </a:pPr>
            <a:r>
              <a:rPr lang="en-US" sz="1700" b="1" i="0" u="none" strike="noStrike" cap="none" spc="0">
                <a:solidFill>
                  <a:schemeClr val="tx1">
                    <a:lumMod val="85000"/>
                    <a:lumOff val="15000"/>
                  </a:schemeClr>
                </a:solidFill>
                <a:latin typeface="Calibri"/>
                <a:ea typeface="Calibri"/>
                <a:cs typeface="Calibri"/>
              </a:rPr>
              <a:t>One-Click Export</a:t>
            </a:r>
            <a:r>
              <a:rPr lang="en-US" sz="1700" b="0" i="0" u="none" strike="noStrike" cap="none" spc="0">
                <a:solidFill>
                  <a:schemeClr val="tx1">
                    <a:lumMod val="85000"/>
                    <a:lumOff val="15000"/>
                  </a:schemeClr>
                </a:solidFill>
                <a:latin typeface="Calibri"/>
                <a:ea typeface="Calibri"/>
                <a:cs typeface="Calibri"/>
              </a:rPr>
              <a:t>: Generate professionally formatted PDF resumes ready for submission</a:t>
            </a:r>
            <a:endParaRPr sz="1700">
              <a:solidFill>
                <a:schemeClr val="tx1">
                  <a:lumMod val="85000"/>
                  <a:lumOff val="15000"/>
                </a:schemeClr>
              </a:solidFill>
              <a:latin typeface="Calibri"/>
              <a:cs typeface="Calibri"/>
            </a:endParaRPr>
          </a:p>
          <a:p>
            <a:pPr algn="l">
              <a:defRPr/>
            </a:pPr>
            <a:endParaRPr>
              <a:solidFill>
                <a:schemeClr val="tx1">
                  <a:lumMod val="85000"/>
                  <a:lumOff val="15000"/>
                </a:schemeClr>
              </a:solidFill>
              <a:latin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43155330" name="Title 4"/>
          <p:cNvSpPr>
            <a:spLocks noGrp="1"/>
          </p:cNvSpPr>
          <p:nvPr>
            <p:ph type="title"/>
          </p:nvPr>
        </p:nvSpPr>
        <p:spPr bwMode="auto">
          <a:xfrm>
            <a:off x="581191" y="802645"/>
            <a:ext cx="11029616" cy="530296"/>
          </a:xfrm>
        </p:spPr>
        <p:txBody>
          <a:bodyPr>
            <a:normAutofit fontScale="90000"/>
          </a:bodyPr>
          <a:lstStyle/>
          <a:p>
            <a:pPr>
              <a:defRPr/>
            </a:pPr>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1027323308" name="Content Placeholder 2"/>
          <p:cNvSpPr>
            <a:spLocks noGrp="1"/>
          </p:cNvSpPr>
          <p:nvPr/>
        </p:nvSpPr>
        <p:spPr bwMode="auto">
          <a:xfrm flipH="0" flipV="0">
            <a:off x="581190" y="1568822"/>
            <a:ext cx="11029614" cy="4406526"/>
          </a:xfrm>
        </p:spPr>
        <p:txBody>
          <a:bodyPr vertOverflow="overflow" horzOverflow="overflow" vert="horz" wrap="square" lIns="91440" tIns="45720" rIns="91440" bIns="45720" numCol="1" spcCol="0" rtlCol="0" fromWordArt="0" anchor="t" anchorCtr="0" forceAA="0" upright="0" compatLnSpc="0">
            <a:normAutofit/>
          </a:bodyPr>
          <a:lstStyle>
            <a:lvl1pPr marL="306000" indent="-306000" algn="l" defTabSz="457200" rtl="0">
              <a:lnSpc>
                <a:spcPct val="110000"/>
              </a:lnSpc>
              <a:spcBef>
                <a:spcPts val="0"/>
              </a:spcBef>
              <a:spcAft>
                <a:spcPts val="599"/>
              </a:spcAft>
              <a:buClr>
                <a:schemeClr val="accent1"/>
              </a:buClr>
              <a:buSzPct val="92000"/>
              <a:buFont typeface="Wingdings 2"/>
              <a:buChar char=""/>
              <a:defRPr sz="1700">
                <a:solidFill>
                  <a:schemeClr val="tx1">
                    <a:lumMod val="75000"/>
                    <a:lumOff val="25000"/>
                  </a:schemeClr>
                </a:solidFill>
                <a:latin typeface="+mn-lt"/>
                <a:ea typeface="+mn-ea"/>
                <a:cs typeface="+mn-cs"/>
              </a:defRPr>
            </a:lvl1pPr>
            <a:lvl2pPr marL="630000" indent="-306000" algn="l" defTabSz="457200" rtl="0">
              <a:spcBef>
                <a:spcPts val="0"/>
              </a:spcBef>
              <a:spcAft>
                <a:spcPts val="599"/>
              </a:spcAft>
              <a:buClr>
                <a:schemeClr val="accent1"/>
              </a:buClr>
              <a:buSzPct val="92000"/>
              <a:buFont typeface="Wingdings 2"/>
              <a:buChar char=""/>
              <a:defRPr sz="1400">
                <a:solidFill>
                  <a:schemeClr val="tx1">
                    <a:lumMod val="75000"/>
                    <a:lumOff val="25000"/>
                  </a:schemeClr>
                </a:solidFill>
                <a:latin typeface="+mn-lt"/>
                <a:ea typeface="+mn-ea"/>
                <a:cs typeface="+mn-cs"/>
              </a:defRPr>
            </a:lvl2pPr>
            <a:lvl3pPr marL="900000" indent="-270000" algn="l" defTabSz="457200" rtl="0">
              <a:spcBef>
                <a:spcPts val="0"/>
              </a:spcBef>
              <a:spcAft>
                <a:spcPts val="599"/>
              </a:spcAft>
              <a:buClr>
                <a:schemeClr val="accent1"/>
              </a:buClr>
              <a:buSzPct val="92000"/>
              <a:buFont typeface="Wingdings 2"/>
              <a:buChar char=""/>
              <a:defRPr sz="1300">
                <a:solidFill>
                  <a:schemeClr val="tx1">
                    <a:lumMod val="75000"/>
                    <a:lumOff val="25000"/>
                  </a:schemeClr>
                </a:solidFill>
                <a:latin typeface="+mn-lt"/>
                <a:ea typeface="+mn-ea"/>
                <a:cs typeface="+mn-cs"/>
              </a:defRPr>
            </a:lvl3pPr>
            <a:lvl4pPr marL="1242000" indent="-234000" algn="l" defTabSz="457200" rtl="0">
              <a:spcBef>
                <a:spcPts val="0"/>
              </a:spcBef>
              <a:spcAft>
                <a:spcPts val="599"/>
              </a:spcAft>
              <a:buClr>
                <a:schemeClr val="accent1"/>
              </a:buClr>
              <a:buSzPct val="92000"/>
              <a:buFont typeface="Wingdings 2"/>
              <a:buChar char=""/>
              <a:defRPr sz="1100">
                <a:solidFill>
                  <a:schemeClr val="tx1">
                    <a:lumMod val="75000"/>
                    <a:lumOff val="25000"/>
                  </a:schemeClr>
                </a:solidFill>
                <a:latin typeface="+mn-lt"/>
                <a:ea typeface="+mn-ea"/>
                <a:cs typeface="+mn-cs"/>
              </a:defRPr>
            </a:lvl4pPr>
            <a:lvl5pPr marL="1602000" indent="-234000" algn="l" defTabSz="457200" rtl="0">
              <a:spcBef>
                <a:spcPts val="0"/>
              </a:spcBef>
              <a:spcAft>
                <a:spcPts val="599"/>
              </a:spcAft>
              <a:buClr>
                <a:schemeClr val="accent1"/>
              </a:buClr>
              <a:buSzPct val="92000"/>
              <a:buFont typeface="Wingdings 2"/>
              <a:buChar char=""/>
              <a:defRPr sz="1100">
                <a:solidFill>
                  <a:schemeClr val="tx1">
                    <a:lumMod val="75000"/>
                    <a:lumOff val="25000"/>
                  </a:schemeClr>
                </a:solidFill>
                <a:latin typeface="+mn-lt"/>
                <a:ea typeface="+mn-ea"/>
                <a:cs typeface="+mn-cs"/>
              </a:defRPr>
            </a:lvl5pPr>
            <a:lvl6pPr marL="18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6pPr>
            <a:lvl7pPr marL="21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7pPr>
            <a:lvl8pPr marL="24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8pPr>
            <a:lvl9pPr marL="27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9pPr>
          </a:lstStyle>
          <a:p>
            <a:pPr marL="0" indent="0" algn="l">
              <a:buClr>
                <a:schemeClr val="accent1"/>
              </a:buClr>
              <a:buSzPct val="92000"/>
              <a:buFont typeface="Wingdings 2"/>
              <a:buNone/>
              <a:defRPr/>
            </a:pPr>
            <a:r>
              <a:rPr lang="en-US">
                <a:latin typeface="Calibri"/>
                <a:ea typeface="Calibri"/>
                <a:cs typeface="Calibri"/>
              </a:rPr>
              <a:t>The technology stack used in this application is as follows:</a:t>
            </a:r>
            <a:endParaRPr>
              <a:latin typeface="Calibri"/>
              <a:cs typeface="Calibri"/>
            </a:endParaRPr>
          </a:p>
          <a:p>
            <a:pPr algn="l">
              <a:buClr>
                <a:schemeClr val="accent1"/>
              </a:buClr>
              <a:buSzPct val="92000"/>
              <a:buFont typeface="Wingdings"/>
              <a:buChar char="§"/>
              <a:defRPr/>
            </a:pPr>
            <a:r>
              <a:rPr lang="en-US" sz="1700" b="1" i="0" u="none" strike="noStrike" cap="none" spc="0">
                <a:solidFill>
                  <a:schemeClr val="tx1">
                    <a:lumMod val="75000"/>
                    <a:lumOff val="25000"/>
                  </a:schemeClr>
                </a:solidFill>
                <a:latin typeface="Calibri"/>
                <a:ea typeface="Calibri"/>
                <a:cs typeface="Calibri"/>
              </a:rPr>
              <a:t>s</a:t>
            </a:r>
            <a:r>
              <a:rPr lang="en-IN" sz="1700" b="1" i="0" u="none" strike="noStrike" cap="none" spc="0">
                <a:solidFill>
                  <a:schemeClr val="tx1">
                    <a:lumMod val="75000"/>
                    <a:lumOff val="25000"/>
                  </a:schemeClr>
                </a:solidFill>
                <a:latin typeface="Calibri"/>
                <a:ea typeface="Calibri"/>
                <a:cs typeface="Calibri"/>
              </a:rPr>
              <a:t>treamlit</a:t>
            </a:r>
            <a:r>
              <a:rPr lang="en-US" b="1">
                <a:latin typeface="Calibri"/>
                <a:ea typeface="Calibri"/>
                <a:cs typeface="Calibri"/>
              </a:rPr>
              <a:t> </a:t>
            </a:r>
            <a:r>
              <a:rPr lang="en-US">
                <a:latin typeface="Calibri"/>
                <a:ea typeface="Calibri"/>
                <a:cs typeface="Calibri"/>
              </a:rPr>
              <a:t>– UI &amp; Deployment</a:t>
            </a:r>
            <a:endParaRPr lang="en-US">
              <a:latin typeface="Calibri"/>
              <a:ea typeface="Calibri"/>
              <a:cs typeface="Calibri"/>
            </a:endParaRPr>
          </a:p>
          <a:p>
            <a:pPr algn="l">
              <a:buClr>
                <a:schemeClr val="accent1"/>
              </a:buClr>
              <a:buSzPct val="92000"/>
              <a:buFont typeface="Wingdings"/>
              <a:buChar char="§"/>
              <a:defRPr/>
            </a:pPr>
            <a:r>
              <a:rPr lang="en-US" b="1">
                <a:latin typeface="Calibri"/>
                <a:ea typeface="Calibri"/>
                <a:cs typeface="Calibri"/>
              </a:rPr>
              <a:t>pydantic </a:t>
            </a:r>
            <a:r>
              <a:rPr lang="en-US">
                <a:latin typeface="Calibri"/>
                <a:ea typeface="Calibri"/>
                <a:cs typeface="Calibri"/>
              </a:rPr>
              <a:t>– Data Validation</a:t>
            </a:r>
            <a:endParaRPr lang="en-US">
              <a:latin typeface="Calibri"/>
              <a:ea typeface="Calibri"/>
              <a:cs typeface="Calibri"/>
            </a:endParaRPr>
          </a:p>
          <a:p>
            <a:pPr algn="l">
              <a:buClr>
                <a:schemeClr val="accent1"/>
              </a:buClr>
              <a:buSzPct val="92000"/>
              <a:buFont typeface="Wingdings"/>
              <a:buChar char="§"/>
              <a:defRPr/>
            </a:pPr>
            <a:r>
              <a:rPr lang="en-US" sz="1700" b="1" i="0" u="none" strike="noStrike" cap="none" spc="0">
                <a:solidFill>
                  <a:schemeClr val="tx1">
                    <a:lumMod val="75000"/>
                    <a:lumOff val="25000"/>
                  </a:schemeClr>
                </a:solidFill>
                <a:latin typeface="Calibri"/>
                <a:ea typeface="Calibri"/>
                <a:cs typeface="Calibri"/>
              </a:rPr>
              <a:t>scikit</a:t>
            </a:r>
            <a:r>
              <a:rPr lang="en-US" sz="1700" b="0" i="0" u="none" strike="noStrike" cap="none" spc="0">
                <a:solidFill>
                  <a:schemeClr val="tx1">
                    <a:lumMod val="75000"/>
                    <a:lumOff val="25000"/>
                  </a:schemeClr>
                </a:solidFill>
                <a:latin typeface="Calibri"/>
                <a:ea typeface="Calibri"/>
                <a:cs typeface="Calibri"/>
              </a:rPr>
              <a:t>-</a:t>
            </a:r>
            <a:r>
              <a:rPr lang="en-US" sz="1700" b="1" i="0" u="none" strike="noStrike" cap="none" spc="0">
                <a:solidFill>
                  <a:schemeClr val="tx1">
                    <a:lumMod val="75000"/>
                    <a:lumOff val="25000"/>
                  </a:schemeClr>
                </a:solidFill>
                <a:latin typeface="Calibri"/>
                <a:ea typeface="Calibri"/>
                <a:cs typeface="Calibri"/>
              </a:rPr>
              <a:t>learn </a:t>
            </a:r>
            <a:r>
              <a:rPr lang="en-US" sz="1700" b="0" i="0" u="none" strike="noStrike" cap="none" spc="0">
                <a:solidFill>
                  <a:schemeClr val="tx1">
                    <a:lumMod val="75000"/>
                    <a:lumOff val="25000"/>
                  </a:schemeClr>
                </a:solidFill>
                <a:latin typeface="Calibri"/>
                <a:ea typeface="Calibri"/>
                <a:cs typeface="Calibri"/>
              </a:rPr>
              <a:t>– Simple ML models</a:t>
            </a:r>
            <a:endParaRPr lang="en-US" sz="1700" b="0" i="0" u="none" strike="noStrike" cap="none" spc="0">
              <a:solidFill>
                <a:schemeClr val="tx1">
                  <a:lumMod val="75000"/>
                  <a:lumOff val="25000"/>
                </a:schemeClr>
              </a:solidFill>
              <a:latin typeface="Calibri"/>
              <a:ea typeface="Calibri"/>
              <a:cs typeface="Calibri"/>
            </a:endParaRPr>
          </a:p>
          <a:p>
            <a:pPr algn="l">
              <a:buClr>
                <a:schemeClr val="accent1"/>
              </a:buClr>
              <a:buSzPct val="92000"/>
              <a:buFont typeface="Wingdings"/>
              <a:buChar char="§"/>
              <a:defRPr/>
            </a:pPr>
            <a:r>
              <a:rPr lang="en-US" sz="1700" b="1" i="0" u="none" strike="noStrike" cap="none" spc="0">
                <a:solidFill>
                  <a:schemeClr val="tx1">
                    <a:lumMod val="75000"/>
                    <a:lumOff val="25000"/>
                  </a:schemeClr>
                </a:solidFill>
                <a:latin typeface="Calibri"/>
                <a:ea typeface="Calibri"/>
                <a:cs typeface="Calibri"/>
              </a:rPr>
              <a:t>numpy </a:t>
            </a:r>
            <a:r>
              <a:rPr lang="en-US" sz="1700" b="0" i="0" u="none" strike="noStrike" cap="none" spc="0">
                <a:solidFill>
                  <a:schemeClr val="tx1">
                    <a:lumMod val="75000"/>
                    <a:lumOff val="25000"/>
                  </a:schemeClr>
                </a:solidFill>
                <a:latin typeface="Calibri"/>
                <a:ea typeface="Calibri"/>
                <a:cs typeface="Calibri"/>
              </a:rPr>
              <a:t>– Simple mathematical calculations</a:t>
            </a:r>
            <a:endParaRPr lang="en-US" sz="1700" b="0" i="0" u="none" strike="noStrike" cap="none" spc="0">
              <a:solidFill>
                <a:schemeClr val="tx1">
                  <a:lumMod val="75000"/>
                  <a:lumOff val="25000"/>
                </a:schemeClr>
              </a:solidFill>
              <a:latin typeface="Calibri"/>
              <a:ea typeface="Calibri"/>
              <a:cs typeface="Calibri"/>
            </a:endParaRPr>
          </a:p>
          <a:p>
            <a:pPr algn="l">
              <a:buClr>
                <a:schemeClr val="accent1"/>
              </a:buClr>
              <a:buSzPct val="92000"/>
              <a:buFont typeface="Wingdings"/>
              <a:buChar char="§"/>
              <a:defRPr/>
            </a:pPr>
            <a:r>
              <a:rPr lang="en-US" sz="1700" b="1" i="0" u="none" strike="noStrike" cap="none" spc="0">
                <a:solidFill>
                  <a:schemeClr val="tx1">
                    <a:lumMod val="75000"/>
                    <a:lumOff val="25000"/>
                  </a:schemeClr>
                </a:solidFill>
                <a:latin typeface="Calibri"/>
                <a:ea typeface="Calibri"/>
                <a:cs typeface="Calibri"/>
              </a:rPr>
              <a:t>reportlab </a:t>
            </a:r>
            <a:r>
              <a:rPr lang="en-US" sz="1700" b="0" i="0" u="none" strike="noStrike" cap="none" spc="0">
                <a:solidFill>
                  <a:schemeClr val="tx1">
                    <a:lumMod val="75000"/>
                    <a:lumOff val="25000"/>
                  </a:schemeClr>
                </a:solidFill>
                <a:latin typeface="Calibri"/>
                <a:ea typeface="Calibri"/>
                <a:cs typeface="Calibri"/>
              </a:rPr>
              <a:t>- PDF generation</a:t>
            </a:r>
            <a:endParaRPr lang="en-US" sz="1700" b="0" i="0" u="none" strike="noStrike" cap="none" spc="0">
              <a:solidFill>
                <a:schemeClr val="tx1">
                  <a:lumMod val="75000"/>
                  <a:lumOff val="25000"/>
                </a:schemeClr>
              </a:solidFill>
              <a:latin typeface="Calibri"/>
              <a:ea typeface="Calibri"/>
              <a:cs typeface="Calibri"/>
            </a:endParaRPr>
          </a:p>
          <a:p>
            <a:pPr algn="l">
              <a:buClr>
                <a:schemeClr val="accent1"/>
              </a:buClr>
              <a:buSzPct val="92000"/>
              <a:buFont typeface="Wingdings"/>
              <a:buChar char="§"/>
              <a:defRPr/>
            </a:pPr>
            <a:r>
              <a:rPr lang="en-US" sz="1700" b="1" i="0" u="none" strike="noStrike" cap="none" spc="0">
                <a:solidFill>
                  <a:schemeClr val="tx1">
                    <a:lumMod val="75000"/>
                    <a:lumOff val="25000"/>
                  </a:schemeClr>
                </a:solidFill>
                <a:latin typeface="Calibri"/>
                <a:ea typeface="Calibri"/>
                <a:cs typeface="Calibri"/>
              </a:rPr>
              <a:t>pytest </a:t>
            </a:r>
            <a:r>
              <a:rPr lang="en-US" sz="1700" b="0" i="0" u="none" strike="noStrike" cap="none" spc="0">
                <a:solidFill>
                  <a:schemeClr val="tx1">
                    <a:lumMod val="75000"/>
                    <a:lumOff val="25000"/>
                  </a:schemeClr>
                </a:solidFill>
                <a:latin typeface="Calibri"/>
                <a:ea typeface="Calibri"/>
                <a:cs typeface="Calibri"/>
              </a:rPr>
              <a:t>– testing &amp; debugging</a:t>
            </a:r>
            <a:endParaRPr>
              <a:latin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8289045" name="Title 4"/>
          <p:cNvSpPr>
            <a:spLocks noGrp="1"/>
          </p:cNvSpPr>
          <p:nvPr>
            <p:ph type="title"/>
          </p:nvPr>
        </p:nvSpPr>
        <p:spPr bwMode="auto">
          <a:xfrm>
            <a:off x="581191" y="842229"/>
            <a:ext cx="11029615" cy="530295"/>
          </a:xfrm>
        </p:spPr>
        <p:txBody>
          <a:bodyPr>
            <a:normAutofit fontScale="90000"/>
          </a:bodyPr>
          <a:lstStyle/>
          <a:p>
            <a:pPr>
              <a:defRPr/>
            </a:pPr>
            <a:r>
              <a:rPr lang="en-US" sz="4400" b="1">
                <a:solidFill>
                  <a:schemeClr val="accent1"/>
                </a:solidFill>
                <a:latin typeface="Arial"/>
                <a:ea typeface="+mj-lt"/>
                <a:cs typeface="Arial"/>
              </a:rPr>
              <a:t>Algorithm &amp; Deployment</a:t>
            </a:r>
            <a:endParaRPr lang="en-US"/>
          </a:p>
        </p:txBody>
      </p:sp>
      <p:sp>
        <p:nvSpPr>
          <p:cNvPr id="404394394" name="Content Placeholder 1"/>
          <p:cNvSpPr>
            <a:spLocks noGrp="1"/>
          </p:cNvSpPr>
          <p:nvPr>
            <p:ph idx="1"/>
          </p:nvPr>
        </p:nvSpPr>
        <p:spPr bwMode="auto"/>
        <p:txBody>
          <a:bodyPr>
            <a:normAutofit/>
          </a:bodyPr>
          <a:lstStyle/>
          <a:p>
            <a:pPr marL="629920" lvl="1" indent="-305435">
              <a:defRPr/>
            </a:pPr>
            <a:endParaRPr lang="en-IN" sz="1700"/>
          </a:p>
          <a:p>
            <a:pPr marL="305435" indent="-305435">
              <a:defRPr/>
            </a:pPr>
            <a:endParaRPr lang="en-IN"/>
          </a:p>
        </p:txBody>
      </p:sp>
      <p:sp>
        <p:nvSpPr>
          <p:cNvPr id="332321976" name="Content Placeholder 2"/>
          <p:cNvSpPr>
            <a:spLocks noGrp="1"/>
          </p:cNvSpPr>
          <p:nvPr/>
        </p:nvSpPr>
        <p:spPr bwMode="auto">
          <a:xfrm flipH="0" flipV="0">
            <a:off x="581190" y="1568822"/>
            <a:ext cx="11029614" cy="4406526"/>
          </a:xfrm>
        </p:spPr>
        <p:txBody>
          <a:bodyPr vertOverflow="overflow" horzOverflow="overflow" vert="horz" wrap="square" lIns="91440" tIns="45720" rIns="91440" bIns="45720" numCol="1" spcCol="0" rtlCol="0" fromWordArt="0" anchor="t" anchorCtr="0" forceAA="0" upright="0" compatLnSpc="0">
            <a:normAutofit/>
          </a:bodyPr>
          <a:lstStyle>
            <a:lvl1pPr marL="306000" indent="-306000" algn="l" defTabSz="457200" rtl="0">
              <a:lnSpc>
                <a:spcPct val="110000"/>
              </a:lnSpc>
              <a:spcBef>
                <a:spcPts val="0"/>
              </a:spcBef>
              <a:spcAft>
                <a:spcPts val="599"/>
              </a:spcAft>
              <a:buClr>
                <a:schemeClr val="accent1"/>
              </a:buClr>
              <a:buSzPct val="92000"/>
              <a:buFont typeface="Wingdings 2"/>
              <a:buChar char=""/>
              <a:defRPr sz="1700">
                <a:solidFill>
                  <a:schemeClr val="tx1">
                    <a:lumMod val="75000"/>
                    <a:lumOff val="25000"/>
                  </a:schemeClr>
                </a:solidFill>
                <a:latin typeface="+mn-lt"/>
                <a:ea typeface="+mn-ea"/>
                <a:cs typeface="+mn-cs"/>
              </a:defRPr>
            </a:lvl1pPr>
            <a:lvl2pPr marL="630000" indent="-306000" algn="l" defTabSz="457200" rtl="0">
              <a:spcBef>
                <a:spcPts val="0"/>
              </a:spcBef>
              <a:spcAft>
                <a:spcPts val="599"/>
              </a:spcAft>
              <a:buClr>
                <a:schemeClr val="accent1"/>
              </a:buClr>
              <a:buSzPct val="92000"/>
              <a:buFont typeface="Wingdings 2"/>
              <a:buChar char=""/>
              <a:defRPr sz="1400">
                <a:solidFill>
                  <a:schemeClr val="tx1">
                    <a:lumMod val="75000"/>
                    <a:lumOff val="25000"/>
                  </a:schemeClr>
                </a:solidFill>
                <a:latin typeface="+mn-lt"/>
                <a:ea typeface="+mn-ea"/>
                <a:cs typeface="+mn-cs"/>
              </a:defRPr>
            </a:lvl2pPr>
            <a:lvl3pPr marL="900000" indent="-270000" algn="l" defTabSz="457200" rtl="0">
              <a:spcBef>
                <a:spcPts val="0"/>
              </a:spcBef>
              <a:spcAft>
                <a:spcPts val="599"/>
              </a:spcAft>
              <a:buClr>
                <a:schemeClr val="accent1"/>
              </a:buClr>
              <a:buSzPct val="92000"/>
              <a:buFont typeface="Wingdings 2"/>
              <a:buChar char=""/>
              <a:defRPr sz="1300">
                <a:solidFill>
                  <a:schemeClr val="tx1">
                    <a:lumMod val="75000"/>
                    <a:lumOff val="25000"/>
                  </a:schemeClr>
                </a:solidFill>
                <a:latin typeface="+mn-lt"/>
                <a:ea typeface="+mn-ea"/>
                <a:cs typeface="+mn-cs"/>
              </a:defRPr>
            </a:lvl3pPr>
            <a:lvl4pPr marL="1242000" indent="-234000" algn="l" defTabSz="457200" rtl="0">
              <a:spcBef>
                <a:spcPts val="0"/>
              </a:spcBef>
              <a:spcAft>
                <a:spcPts val="599"/>
              </a:spcAft>
              <a:buClr>
                <a:schemeClr val="accent1"/>
              </a:buClr>
              <a:buSzPct val="92000"/>
              <a:buFont typeface="Wingdings 2"/>
              <a:buChar char=""/>
              <a:defRPr sz="1100">
                <a:solidFill>
                  <a:schemeClr val="tx1">
                    <a:lumMod val="75000"/>
                    <a:lumOff val="25000"/>
                  </a:schemeClr>
                </a:solidFill>
                <a:latin typeface="+mn-lt"/>
                <a:ea typeface="+mn-ea"/>
                <a:cs typeface="+mn-cs"/>
              </a:defRPr>
            </a:lvl4pPr>
            <a:lvl5pPr marL="1602000" indent="-234000" algn="l" defTabSz="457200" rtl="0">
              <a:spcBef>
                <a:spcPts val="0"/>
              </a:spcBef>
              <a:spcAft>
                <a:spcPts val="599"/>
              </a:spcAft>
              <a:buClr>
                <a:schemeClr val="accent1"/>
              </a:buClr>
              <a:buSzPct val="92000"/>
              <a:buFont typeface="Wingdings 2"/>
              <a:buChar char=""/>
              <a:defRPr sz="1100">
                <a:solidFill>
                  <a:schemeClr val="tx1">
                    <a:lumMod val="75000"/>
                    <a:lumOff val="25000"/>
                  </a:schemeClr>
                </a:solidFill>
                <a:latin typeface="+mn-lt"/>
                <a:ea typeface="+mn-ea"/>
                <a:cs typeface="+mn-cs"/>
              </a:defRPr>
            </a:lvl5pPr>
            <a:lvl6pPr marL="18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6pPr>
            <a:lvl7pPr marL="21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7pPr>
            <a:lvl8pPr marL="24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8pPr>
            <a:lvl9pPr marL="27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9pPr>
          </a:lstStyle>
          <a:p>
            <a:pPr marL="0" indent="0">
              <a:buClr>
                <a:schemeClr val="accent1"/>
              </a:buClr>
              <a:buSzPct val="92000"/>
              <a:buFont typeface="Wingdings 2"/>
              <a:buNone/>
              <a:defRPr/>
            </a:pPr>
            <a:r>
              <a:rPr lang="en-US" sz="1700" b="0" i="0" u="none" strike="noStrike" cap="none" spc="0">
                <a:solidFill>
                  <a:schemeClr val="tx1">
                    <a:lumMod val="75000"/>
                    <a:lumOff val="25000"/>
                  </a:schemeClr>
                </a:solidFill>
                <a:latin typeface="Calibri"/>
                <a:ea typeface="Calibri"/>
                <a:cs typeface="Calibri"/>
              </a:rPr>
              <a:t>The core algorithms which were used in this project are:</a:t>
            </a:r>
            <a:endParaRPr sz="1700" b="0" i="0" u="none" strike="noStrike" cap="none" spc="0">
              <a:solidFill>
                <a:schemeClr val="tx1">
                  <a:lumMod val="75000"/>
                  <a:lumOff val="25000"/>
                </a:schemeClr>
              </a:solidFill>
              <a:latin typeface="Calibri"/>
              <a:cs typeface="Calibri"/>
            </a:endParaRPr>
          </a:p>
          <a:p>
            <a:pPr>
              <a:defRPr/>
            </a:pPr>
            <a:r>
              <a:rPr lang="en-US" sz="1700" b="1" i="0" u="none" strike="noStrike" cap="none" spc="0">
                <a:solidFill>
                  <a:schemeClr val="tx1">
                    <a:lumMod val="75000"/>
                    <a:lumOff val="25000"/>
                  </a:schemeClr>
                </a:solidFill>
                <a:latin typeface="Calibri"/>
                <a:ea typeface="Calibri"/>
                <a:cs typeface="Calibri"/>
              </a:rPr>
              <a:t>TF-IDF Similarity Scoring</a:t>
            </a:r>
            <a:r>
              <a:rPr lang="en-US" sz="1700" b="0" i="0" u="none" strike="noStrike" cap="none" spc="0">
                <a:solidFill>
                  <a:schemeClr val="tx1">
                    <a:lumMod val="75000"/>
                    <a:lumOff val="25000"/>
                  </a:schemeClr>
                </a:solidFill>
                <a:latin typeface="Calibri"/>
                <a:ea typeface="Calibri"/>
                <a:cs typeface="Calibri"/>
              </a:rPr>
              <a:t> – to measure how well a resume aligns with a target job description.</a:t>
            </a:r>
            <a:endParaRPr>
              <a:latin typeface="Calibri"/>
              <a:cs typeface="Calibri"/>
            </a:endParaRPr>
          </a:p>
          <a:p>
            <a:pPr>
              <a:defRPr/>
            </a:pPr>
            <a:r>
              <a:rPr lang="en-US" b="1">
                <a:latin typeface="Calibri"/>
                <a:ea typeface="Calibri"/>
                <a:cs typeface="Calibri"/>
              </a:rPr>
              <a:t>Feature_extraction.text </a:t>
            </a:r>
            <a:r>
              <a:rPr lang="en-US">
                <a:latin typeface="Calibri"/>
                <a:ea typeface="Calibri"/>
                <a:cs typeface="Calibri"/>
              </a:rPr>
              <a:t>– </a:t>
            </a:r>
            <a:r>
              <a:rPr lang="en-US" sz="1700" b="0" i="0" u="none" strike="noStrike" cap="none" spc="0">
                <a:solidFill>
                  <a:schemeClr val="tx1">
                    <a:lumMod val="75000"/>
                    <a:lumOff val="25000"/>
                  </a:schemeClr>
                </a:solidFill>
                <a:latin typeface="Calibri"/>
                <a:ea typeface="Calibri"/>
                <a:cs typeface="Calibri"/>
              </a:rPr>
              <a:t>to identify missing technical terms from job description not present in resume.</a:t>
            </a:r>
            <a:endParaRPr sz="1700" b="0" i="0" u="none" strike="noStrike" cap="none" spc="0">
              <a:solidFill>
                <a:schemeClr val="tx1">
                  <a:lumMod val="75000"/>
                  <a:lumOff val="25000"/>
                </a:schemeClr>
              </a:solidFill>
              <a:latin typeface="Calibri"/>
              <a:cs typeface="Calibri"/>
            </a:endParaRPr>
          </a:p>
          <a:p>
            <a:pPr marL="0" indent="0">
              <a:buClr>
                <a:schemeClr val="accent1"/>
              </a:buClr>
              <a:buSzPct val="92000"/>
              <a:buFont typeface="Wingdings 2"/>
              <a:buNone/>
              <a:defRPr/>
            </a:pPr>
            <a:endParaRPr>
              <a:latin typeface="Calibri"/>
              <a:cs typeface="Calibri"/>
            </a:endParaRPr>
          </a:p>
          <a:p>
            <a:pPr marL="0" indent="0">
              <a:buClr>
                <a:schemeClr val="accent1"/>
              </a:buClr>
              <a:buSzPct val="92000"/>
              <a:buFont typeface="Wingdings 2"/>
              <a:buNone/>
              <a:defRPr/>
            </a:pPr>
            <a:r>
              <a:rPr lang="en-US" sz="1700" b="0" i="0" u="none" strike="noStrike" cap="none" spc="0">
                <a:solidFill>
                  <a:schemeClr val="tx1">
                    <a:lumMod val="75000"/>
                    <a:lumOff val="25000"/>
                  </a:schemeClr>
                </a:solidFill>
                <a:latin typeface="Calibri"/>
                <a:ea typeface="Calibri"/>
                <a:cs typeface="Calibri"/>
              </a:rPr>
              <a:t>The application can be deployed using </a:t>
            </a:r>
            <a:r>
              <a:rPr lang="en-US" sz="1700" b="1" i="0" u="none" strike="noStrike" cap="none" spc="0">
                <a:solidFill>
                  <a:schemeClr val="tx1">
                    <a:lumMod val="75000"/>
                    <a:lumOff val="25000"/>
                  </a:schemeClr>
                </a:solidFill>
                <a:latin typeface="Calibri"/>
                <a:ea typeface="Calibri"/>
                <a:cs typeface="Calibri"/>
              </a:rPr>
              <a:t>streamlit run</a:t>
            </a:r>
            <a:r>
              <a:rPr lang="en-US" sz="1700" b="0" i="0" u="none" strike="noStrike" cap="none" spc="0">
                <a:solidFill>
                  <a:schemeClr val="tx1">
                    <a:lumMod val="75000"/>
                    <a:lumOff val="25000"/>
                  </a:schemeClr>
                </a:solidFill>
                <a:latin typeface="Calibri"/>
                <a:ea typeface="Calibri"/>
                <a:cs typeface="Calibri"/>
              </a:rPr>
              <a:t>, after ensuring that all the libraries required by the project are installed on the host system. Thi scan be well acheived by using conda to create an environment based on the requirements.txt file.</a:t>
            </a:r>
            <a:endParaRPr>
              <a:latin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37716317" name="Title 4"/>
          <p:cNvSpPr>
            <a:spLocks noGrp="1"/>
          </p:cNvSpPr>
          <p:nvPr>
            <p:ph type="title"/>
          </p:nvPr>
        </p:nvSpPr>
        <p:spPr bwMode="auto">
          <a:xfrm>
            <a:off x="581191" y="842229"/>
            <a:ext cx="11029615" cy="530295"/>
          </a:xfrm>
        </p:spPr>
        <p:txBody>
          <a:bodyPr>
            <a:normAutofit fontScale="90000"/>
          </a:bodyPr>
          <a:lstStyle/>
          <a:p>
            <a:pPr>
              <a:defRPr/>
            </a:pPr>
            <a:r>
              <a:rPr lang="en-US" sz="4400" b="1">
                <a:solidFill>
                  <a:schemeClr val="accent1"/>
                </a:solidFill>
                <a:latin typeface="Arial"/>
                <a:ea typeface="+mj-lt"/>
                <a:cs typeface="Arial"/>
              </a:rPr>
              <a:t>Result</a:t>
            </a:r>
            <a:endParaRPr lang="en-US"/>
          </a:p>
        </p:txBody>
      </p:sp>
      <p:sp>
        <p:nvSpPr>
          <p:cNvPr id="549122589" name=""/>
          <p:cNvSpPr/>
          <p:nvPr/>
        </p:nvSpPr>
        <p:spPr bwMode="auto">
          <a:xfrm flipH="0" flipV="0">
            <a:off x="5894013" y="3154680"/>
            <a:ext cx="405052" cy="64044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br>
              <a:rPr/>
            </a:br>
            <a:endParaRPr/>
          </a:p>
        </p:txBody>
      </p:sp>
      <p:graphicFrame>
        <p:nvGraphicFramePr>
          <p:cNvPr id="2074077252" name=""/>
          <p:cNvGraphicFramePr>
            <a:graphicFrameLocks xmlns:a="http://schemas.openxmlformats.org/drawingml/2006/main"/>
          </p:cNvGraphicFramePr>
          <p:nvPr/>
        </p:nvGraphicFramePr>
        <p:xfrm>
          <a:off x="581190" y="1638859"/>
          <a:ext cx="9940464" cy="4315262"/>
        </p:xfrm>
        <a:graphic>
          <a:graphicData uri="http://schemas.openxmlformats.org/drawingml/2006/table">
            <a:tbl>
              <a:tblPr firstRow="1" firstCol="1" lastRow="0" lastCol="0" bandRow="1" bandCol="0"/>
              <a:tblGrid>
                <a:gridCol w="3027830"/>
                <a:gridCol w="2707199"/>
                <a:gridCol w="2584072"/>
                <a:gridCol w="1621361"/>
              </a:tblGrid>
              <a:tr h="817572">
                <a:tc>
                  <a:txBody>
                    <a:bodyPr/>
                    <a:p>
                      <a:pPr algn="l">
                        <a:defRPr/>
                      </a:pPr>
                      <a:r>
                        <a:rPr sz="2000" b="1">
                          <a:latin typeface="Calibri"/>
                          <a:ea typeface="Calibri"/>
                          <a:cs typeface="Calibri"/>
                        </a:rPr>
                        <a:t>METRIC</a:t>
                      </a:r>
                      <a:endParaRPr sz="2000">
                        <a:latin typeface="Calibri"/>
                        <a:cs typeface="Calibri"/>
                      </a:endParaRPr>
                    </a:p>
                  </a:txBody>
                  <a:tcPr marL="95249" marR="95249" marT="47624" marB="47624" anchor="ctr">
                    <a:lnL w="19049" algn="ctr">
                      <a:solidFill>
                        <a:srgbClr val="000000"/>
                      </a:solidFill>
                    </a:lnL>
                    <a:lnR w="19049" algn="ctr">
                      <a:solidFill>
                        <a:srgbClr val="000000"/>
                      </a:solidFill>
                    </a:lnR>
                    <a:lnT w="19049" algn="ctr">
                      <a:solidFill>
                        <a:srgbClr val="000000"/>
                      </a:solidFill>
                    </a:lnT>
                    <a:lnB w="19049" algn="ctr">
                      <a:solidFill>
                        <a:srgbClr val="000000"/>
                      </a:solidFill>
                    </a:lnB>
                    <a:solidFill>
                      <a:schemeClr val="accent1">
                        <a:lumMod val="20000"/>
                        <a:lumOff val="80000"/>
                      </a:schemeClr>
                    </a:solidFill>
                  </a:tcPr>
                </a:tc>
                <a:tc>
                  <a:txBody>
                    <a:bodyPr/>
                    <a:p>
                      <a:pPr algn="l">
                        <a:defRPr/>
                      </a:pPr>
                      <a:r>
                        <a:rPr sz="2000" b="1">
                          <a:latin typeface="Calibri"/>
                          <a:ea typeface="Calibri"/>
                          <a:cs typeface="Calibri"/>
                        </a:rPr>
                        <a:t>TARGET</a:t>
                      </a:r>
                      <a:endParaRPr sz="2000">
                        <a:latin typeface="Calibri"/>
                        <a:cs typeface="Calibri"/>
                      </a:endParaRPr>
                    </a:p>
                  </a:txBody>
                  <a:tcPr marL="95249" marR="95249" marT="47624" marB="47624" anchor="ctr">
                    <a:lnL w="19049" algn="ctr">
                      <a:solidFill>
                        <a:srgbClr val="000000"/>
                      </a:solidFill>
                    </a:lnL>
                    <a:lnR w="19049" algn="ctr">
                      <a:solidFill>
                        <a:srgbClr val="000000"/>
                      </a:solidFill>
                    </a:lnR>
                    <a:lnT w="19049" algn="ctr">
                      <a:solidFill>
                        <a:srgbClr val="000000"/>
                      </a:solidFill>
                    </a:lnT>
                    <a:lnB w="19049" algn="ctr">
                      <a:solidFill>
                        <a:srgbClr val="000000"/>
                      </a:solidFill>
                    </a:lnB>
                    <a:solidFill>
                      <a:schemeClr val="accent1">
                        <a:lumMod val="20000"/>
                        <a:lumOff val="80000"/>
                      </a:schemeClr>
                    </a:solidFill>
                  </a:tcPr>
                </a:tc>
                <a:tc>
                  <a:txBody>
                    <a:bodyPr/>
                    <a:p>
                      <a:pPr algn="l">
                        <a:defRPr/>
                      </a:pPr>
                      <a:r>
                        <a:rPr sz="2000" b="1">
                          <a:latin typeface="Calibri"/>
                          <a:ea typeface="Calibri"/>
                          <a:cs typeface="Calibri"/>
                        </a:rPr>
                        <a:t>ACHIEVED</a:t>
                      </a:r>
                      <a:endParaRPr sz="2000">
                        <a:latin typeface="Calibri"/>
                        <a:cs typeface="Calibri"/>
                      </a:endParaRPr>
                    </a:p>
                  </a:txBody>
                  <a:tcPr marL="95249" marR="95249" marT="47624" marB="47624" anchor="ctr">
                    <a:lnL w="19049" algn="ctr">
                      <a:solidFill>
                        <a:srgbClr val="000000"/>
                      </a:solidFill>
                    </a:lnL>
                    <a:lnR w="19049" algn="ctr">
                      <a:solidFill>
                        <a:srgbClr val="000000"/>
                      </a:solidFill>
                    </a:lnR>
                    <a:lnT w="19049" algn="ctr">
                      <a:solidFill>
                        <a:srgbClr val="000000"/>
                      </a:solidFill>
                    </a:lnT>
                    <a:lnB w="19049" algn="ctr">
                      <a:solidFill>
                        <a:srgbClr val="000000"/>
                      </a:solidFill>
                    </a:lnB>
                    <a:solidFill>
                      <a:schemeClr val="accent1">
                        <a:lumMod val="20000"/>
                        <a:lumOff val="80000"/>
                      </a:schemeClr>
                    </a:solidFill>
                  </a:tcPr>
                </a:tc>
                <a:tc>
                  <a:txBody>
                    <a:bodyPr/>
                    <a:p>
                      <a:pPr algn="l">
                        <a:defRPr/>
                      </a:pPr>
                      <a:r>
                        <a:rPr sz="2000" b="1">
                          <a:latin typeface="Calibri"/>
                          <a:ea typeface="Calibri"/>
                          <a:cs typeface="Calibri"/>
                        </a:rPr>
                        <a:t>STATUS</a:t>
                      </a:r>
                      <a:endParaRPr sz="2000">
                        <a:latin typeface="Calibri"/>
                        <a:cs typeface="Calibri"/>
                      </a:endParaRPr>
                    </a:p>
                  </a:txBody>
                  <a:tcPr marL="95249" marR="95249" marT="47624" marB="47624" anchor="ctr">
                    <a:lnL w="19049" algn="ctr">
                      <a:solidFill>
                        <a:srgbClr val="000000"/>
                      </a:solidFill>
                    </a:lnL>
                    <a:lnR w="19049" algn="ctr">
                      <a:solidFill>
                        <a:srgbClr val="000000"/>
                      </a:solidFill>
                    </a:lnR>
                    <a:lnT w="19049" algn="ctr">
                      <a:solidFill>
                        <a:srgbClr val="000000"/>
                      </a:solidFill>
                    </a:lnT>
                    <a:lnB w="19049" algn="ctr">
                      <a:solidFill>
                        <a:srgbClr val="000000"/>
                      </a:solidFill>
                    </a:lnB>
                    <a:solidFill>
                      <a:schemeClr val="accent1">
                        <a:lumMod val="20000"/>
                        <a:lumOff val="80000"/>
                      </a:schemeClr>
                    </a:solidFill>
                  </a:tcPr>
                </a:tc>
              </a:tr>
              <a:tr h="817572">
                <a:tc>
                  <a:txBody>
                    <a:bodyPr/>
                    <a:p>
                      <a:pPr>
                        <a:defRPr/>
                      </a:pPr>
                      <a:r>
                        <a:rPr sz="1700" b="1" i="0" u="none">
                          <a:solidFill>
                            <a:srgbClr val="171717"/>
                          </a:solidFill>
                          <a:latin typeface="Calibri"/>
                          <a:ea typeface="Calibri"/>
                          <a:cs typeface="Calibri"/>
                        </a:rPr>
                        <a:t>Resume Processing Time</a:t>
                      </a:r>
                      <a:endParaRPr sz="1700">
                        <a:latin typeface="Calibri"/>
                        <a:cs typeface="Calibri"/>
                      </a:endParaRPr>
                    </a:p>
                  </a:txBody>
                  <a:tcPr marL="95249" marR="95249" marT="47624" marB="47624" anchor="ctr">
                    <a:lnL w="19049" algn="ctr">
                      <a:solidFill>
                        <a:srgbClr val="000000"/>
                      </a:solidFill>
                    </a:lnL>
                    <a:lnR w="19049" algn="ctr">
                      <a:solidFill>
                        <a:srgbClr val="000000"/>
                      </a:solidFill>
                    </a:lnR>
                    <a:lnT w="19049" algn="ctr">
                      <a:solidFill>
                        <a:srgbClr val="000000"/>
                      </a:solidFill>
                    </a:lnT>
                    <a:lnB w="19049" algn="ctr">
                      <a:solidFill>
                        <a:srgbClr val="000000"/>
                      </a:solidFill>
                    </a:lnB>
                  </a:tcPr>
                </a:tc>
                <a:tc>
                  <a:txBody>
                    <a:bodyPr/>
                    <a:p>
                      <a:pPr>
                        <a:defRPr/>
                      </a:pPr>
                      <a:r>
                        <a:rPr sz="1700" b="0" i="0" u="none">
                          <a:solidFill>
                            <a:srgbClr val="171717"/>
                          </a:solidFill>
                          <a:latin typeface="Calibri"/>
                          <a:ea typeface="Calibri"/>
                          <a:cs typeface="Calibri"/>
                        </a:rPr>
                        <a:t>&lt; 5 seconds</a:t>
                      </a:r>
                      <a:endParaRPr sz="1700">
                        <a:latin typeface="Calibri"/>
                        <a:cs typeface="Calibri"/>
                      </a:endParaRPr>
                    </a:p>
                  </a:txBody>
                  <a:tcPr marL="95249" marR="95249" marT="47624" marB="47624" anchor="ctr">
                    <a:lnL w="19049" algn="ctr">
                      <a:solidFill>
                        <a:srgbClr val="000000"/>
                      </a:solidFill>
                    </a:lnL>
                    <a:lnR w="19049" algn="ctr">
                      <a:solidFill>
                        <a:srgbClr val="000000"/>
                      </a:solidFill>
                    </a:lnR>
                    <a:lnT w="19049" algn="ctr">
                      <a:solidFill>
                        <a:srgbClr val="000000"/>
                      </a:solidFill>
                    </a:lnT>
                    <a:lnB w="19049" algn="ctr">
                      <a:solidFill>
                        <a:srgbClr val="000000"/>
                      </a:solidFill>
                    </a:lnB>
                  </a:tcPr>
                </a:tc>
                <a:tc>
                  <a:txBody>
                    <a:bodyPr/>
                    <a:p>
                      <a:pPr>
                        <a:defRPr/>
                      </a:pPr>
                      <a:r>
                        <a:rPr sz="1700" b="0" i="0" u="none">
                          <a:solidFill>
                            <a:srgbClr val="171717"/>
                          </a:solidFill>
                          <a:latin typeface="Calibri"/>
                          <a:ea typeface="Calibri"/>
                          <a:cs typeface="Calibri"/>
                        </a:rPr>
                        <a:t>~2–3 seconds</a:t>
                      </a:r>
                      <a:endParaRPr sz="1700">
                        <a:latin typeface="Calibri"/>
                        <a:cs typeface="Calibri"/>
                      </a:endParaRPr>
                    </a:p>
                  </a:txBody>
                  <a:tcPr marL="95249" marR="95249" marT="47624" marB="47624" anchor="ctr">
                    <a:lnL w="19049" algn="ctr">
                      <a:solidFill>
                        <a:srgbClr val="000000"/>
                      </a:solidFill>
                    </a:lnL>
                    <a:lnR w="19049" algn="ctr">
                      <a:solidFill>
                        <a:srgbClr val="000000"/>
                      </a:solidFill>
                    </a:lnR>
                    <a:lnT w="19049" algn="ctr">
                      <a:solidFill>
                        <a:srgbClr val="000000"/>
                      </a:solidFill>
                    </a:lnT>
                    <a:lnB w="19049" algn="ctr">
                      <a:solidFill>
                        <a:srgbClr val="000000"/>
                      </a:solidFill>
                    </a:lnB>
                  </a:tcPr>
                </a:tc>
                <a:tc>
                  <a:txBody>
                    <a:bodyPr/>
                    <a:p>
                      <a:pPr>
                        <a:defRPr/>
                      </a:pPr>
                      <a:r>
                        <a:rPr sz="1700" b="0" i="0" u="none">
                          <a:solidFill>
                            <a:srgbClr val="171717"/>
                          </a:solidFill>
                          <a:latin typeface="Calibri"/>
                          <a:ea typeface="Calibri"/>
                          <a:cs typeface="Calibri"/>
                        </a:rPr>
                        <a:t>✅ Pass</a:t>
                      </a:r>
                      <a:endParaRPr sz="1700">
                        <a:latin typeface="Calibri"/>
                        <a:cs typeface="Calibri"/>
                      </a:endParaRPr>
                    </a:p>
                  </a:txBody>
                  <a:tcPr marL="95249" marR="95249" marT="47624" marB="47624" anchor="ctr">
                    <a:lnL w="19049" algn="ctr">
                      <a:solidFill>
                        <a:srgbClr val="000000"/>
                      </a:solidFill>
                    </a:lnL>
                    <a:lnR w="19049" algn="ctr">
                      <a:solidFill>
                        <a:srgbClr val="000000"/>
                      </a:solidFill>
                    </a:lnR>
                    <a:lnT w="19049" algn="ctr">
                      <a:solidFill>
                        <a:srgbClr val="000000"/>
                      </a:solidFill>
                    </a:lnT>
                    <a:lnB w="19049" algn="ctr">
                      <a:solidFill>
                        <a:srgbClr val="000000"/>
                      </a:solidFill>
                    </a:lnB>
                  </a:tcPr>
                </a:tc>
              </a:tr>
              <a:tr h="817572">
                <a:tc>
                  <a:txBody>
                    <a:bodyPr/>
                    <a:p>
                      <a:pPr>
                        <a:defRPr/>
                      </a:pPr>
                      <a:r>
                        <a:rPr sz="1700" b="1" i="0" u="none">
                          <a:solidFill>
                            <a:srgbClr val="171717"/>
                          </a:solidFill>
                          <a:latin typeface="Calibri"/>
                          <a:ea typeface="Calibri"/>
                          <a:cs typeface="Calibri"/>
                        </a:rPr>
                        <a:t>PDF Generation Time</a:t>
                      </a:r>
                      <a:endParaRPr sz="1700">
                        <a:latin typeface="Calibri"/>
                        <a:cs typeface="Calibri"/>
                      </a:endParaRPr>
                    </a:p>
                  </a:txBody>
                  <a:tcPr marL="95249" marR="95249" marT="47624" marB="47624" anchor="ctr">
                    <a:lnL w="19049" algn="ctr">
                      <a:solidFill>
                        <a:srgbClr val="000000"/>
                      </a:solidFill>
                    </a:lnL>
                    <a:lnR w="19049" algn="ctr">
                      <a:solidFill>
                        <a:srgbClr val="000000"/>
                      </a:solidFill>
                    </a:lnR>
                    <a:lnT w="19049" algn="ctr">
                      <a:solidFill>
                        <a:srgbClr val="000000"/>
                      </a:solidFill>
                    </a:lnT>
                    <a:lnB w="19049" algn="ctr">
                      <a:solidFill>
                        <a:srgbClr val="000000"/>
                      </a:solidFill>
                    </a:lnB>
                  </a:tcPr>
                </a:tc>
                <a:tc>
                  <a:txBody>
                    <a:bodyPr/>
                    <a:p>
                      <a:pPr>
                        <a:defRPr/>
                      </a:pPr>
                      <a:r>
                        <a:rPr sz="1700" b="0" i="0" u="none">
                          <a:solidFill>
                            <a:srgbClr val="171717"/>
                          </a:solidFill>
                          <a:latin typeface="Calibri"/>
                          <a:ea typeface="Calibri"/>
                          <a:cs typeface="Calibri"/>
                        </a:rPr>
                        <a:t>&lt; 3 seconds</a:t>
                      </a:r>
                      <a:endParaRPr sz="1700">
                        <a:latin typeface="Calibri"/>
                        <a:cs typeface="Calibri"/>
                      </a:endParaRPr>
                    </a:p>
                  </a:txBody>
                  <a:tcPr marL="95249" marR="95249" marT="47624" marB="47624" anchor="ctr">
                    <a:lnL w="19049" algn="ctr">
                      <a:solidFill>
                        <a:srgbClr val="000000"/>
                      </a:solidFill>
                    </a:lnL>
                    <a:lnR w="19049" algn="ctr">
                      <a:solidFill>
                        <a:srgbClr val="000000"/>
                      </a:solidFill>
                    </a:lnR>
                    <a:lnT w="19049" algn="ctr">
                      <a:solidFill>
                        <a:srgbClr val="000000"/>
                      </a:solidFill>
                    </a:lnT>
                    <a:lnB w="19049" algn="ctr">
                      <a:solidFill>
                        <a:srgbClr val="000000"/>
                      </a:solidFill>
                    </a:lnB>
                  </a:tcPr>
                </a:tc>
                <a:tc>
                  <a:txBody>
                    <a:bodyPr/>
                    <a:p>
                      <a:pPr>
                        <a:defRPr/>
                      </a:pPr>
                      <a:r>
                        <a:rPr sz="1700" b="0" i="0" u="none">
                          <a:solidFill>
                            <a:srgbClr val="171717"/>
                          </a:solidFill>
                          <a:latin typeface="Calibri"/>
                          <a:ea typeface="Calibri"/>
                          <a:cs typeface="Calibri"/>
                        </a:rPr>
                        <a:t>~1–2 seconds</a:t>
                      </a:r>
                      <a:endParaRPr sz="1700">
                        <a:latin typeface="Calibri"/>
                        <a:cs typeface="Calibri"/>
                      </a:endParaRPr>
                    </a:p>
                  </a:txBody>
                  <a:tcPr marL="95249" marR="95249" marT="47624" marB="47624" anchor="ctr">
                    <a:lnL w="19049" algn="ctr">
                      <a:solidFill>
                        <a:srgbClr val="000000"/>
                      </a:solidFill>
                    </a:lnL>
                    <a:lnR w="19049" algn="ctr">
                      <a:solidFill>
                        <a:srgbClr val="000000"/>
                      </a:solidFill>
                    </a:lnR>
                    <a:lnT w="19049" algn="ctr">
                      <a:solidFill>
                        <a:srgbClr val="000000"/>
                      </a:solidFill>
                    </a:lnT>
                    <a:lnB w="19049" algn="ctr">
                      <a:solidFill>
                        <a:srgbClr val="000000"/>
                      </a:solidFill>
                    </a:lnB>
                  </a:tcPr>
                </a:tc>
                <a:tc>
                  <a:txBody>
                    <a:bodyPr/>
                    <a:p>
                      <a:pPr>
                        <a:defRPr/>
                      </a:pPr>
                      <a:r>
                        <a:rPr sz="1700" b="0" i="0" u="none">
                          <a:solidFill>
                            <a:srgbClr val="171717"/>
                          </a:solidFill>
                          <a:latin typeface="Calibri"/>
                          <a:ea typeface="Calibri"/>
                          <a:cs typeface="Calibri"/>
                        </a:rPr>
                        <a:t>✅ Pass</a:t>
                      </a:r>
                      <a:endParaRPr sz="1700">
                        <a:latin typeface="Calibri"/>
                        <a:cs typeface="Calibri"/>
                      </a:endParaRPr>
                    </a:p>
                  </a:txBody>
                  <a:tcPr marL="95249" marR="95249" marT="47624" marB="47624" anchor="ctr">
                    <a:lnL w="19049" algn="ctr">
                      <a:solidFill>
                        <a:srgbClr val="000000"/>
                      </a:solidFill>
                    </a:lnL>
                    <a:lnR w="19049" algn="ctr">
                      <a:solidFill>
                        <a:srgbClr val="000000"/>
                      </a:solidFill>
                    </a:lnR>
                    <a:lnT w="19049" algn="ctr">
                      <a:solidFill>
                        <a:srgbClr val="000000"/>
                      </a:solidFill>
                    </a:lnT>
                    <a:lnB w="19049" algn="ctr">
                      <a:solidFill>
                        <a:srgbClr val="000000"/>
                      </a:solidFill>
                    </a:lnB>
                  </a:tcPr>
                </a:tc>
              </a:tr>
              <a:tr h="817572">
                <a:tc>
                  <a:txBody>
                    <a:bodyPr/>
                    <a:p>
                      <a:pPr>
                        <a:defRPr/>
                      </a:pPr>
                      <a:r>
                        <a:rPr sz="1700" b="1" i="0" u="none">
                          <a:solidFill>
                            <a:srgbClr val="171717"/>
                          </a:solidFill>
                          <a:latin typeface="Calibri"/>
                          <a:ea typeface="Calibri"/>
                          <a:cs typeface="Calibri"/>
                        </a:rPr>
                        <a:t>Code Coverage</a:t>
                      </a:r>
                      <a:endParaRPr sz="1700">
                        <a:latin typeface="Calibri"/>
                        <a:cs typeface="Calibri"/>
                      </a:endParaRPr>
                    </a:p>
                  </a:txBody>
                  <a:tcPr marL="95249" marR="95249" marT="47624" marB="47624" anchor="ctr">
                    <a:lnL w="19049" algn="ctr">
                      <a:solidFill>
                        <a:srgbClr val="000000"/>
                      </a:solidFill>
                    </a:lnL>
                    <a:lnR w="19049" algn="ctr">
                      <a:solidFill>
                        <a:srgbClr val="000000"/>
                      </a:solidFill>
                    </a:lnR>
                    <a:lnT w="19049" algn="ctr">
                      <a:solidFill>
                        <a:srgbClr val="000000"/>
                      </a:solidFill>
                    </a:lnT>
                    <a:lnB w="19049" algn="ctr">
                      <a:solidFill>
                        <a:srgbClr val="000000"/>
                      </a:solidFill>
                    </a:lnB>
                  </a:tcPr>
                </a:tc>
                <a:tc>
                  <a:txBody>
                    <a:bodyPr/>
                    <a:p>
                      <a:pPr>
                        <a:defRPr/>
                      </a:pPr>
                      <a:r>
                        <a:rPr sz="1700" b="0" i="0" u="none">
                          <a:solidFill>
                            <a:srgbClr val="171717"/>
                          </a:solidFill>
                          <a:latin typeface="Calibri"/>
                          <a:ea typeface="Calibri"/>
                          <a:cs typeface="Calibri"/>
                        </a:rPr>
                        <a:t>&gt; 80%</a:t>
                      </a:r>
                      <a:endParaRPr sz="1700">
                        <a:latin typeface="Calibri"/>
                        <a:cs typeface="Calibri"/>
                      </a:endParaRPr>
                    </a:p>
                  </a:txBody>
                  <a:tcPr marL="95249" marR="95249" marT="47624" marB="47624" anchor="ctr">
                    <a:lnL w="19049" algn="ctr">
                      <a:solidFill>
                        <a:srgbClr val="000000"/>
                      </a:solidFill>
                    </a:lnL>
                    <a:lnR w="19049" algn="ctr">
                      <a:solidFill>
                        <a:srgbClr val="000000"/>
                      </a:solidFill>
                    </a:lnR>
                    <a:lnT w="19049" algn="ctr">
                      <a:solidFill>
                        <a:srgbClr val="000000"/>
                      </a:solidFill>
                    </a:lnT>
                    <a:lnB w="19049" algn="ctr">
                      <a:solidFill>
                        <a:srgbClr val="000000"/>
                      </a:solidFill>
                    </a:lnB>
                  </a:tcPr>
                </a:tc>
                <a:tc>
                  <a:txBody>
                    <a:bodyPr/>
                    <a:p>
                      <a:pPr>
                        <a:defRPr/>
                      </a:pPr>
                      <a:r>
                        <a:rPr sz="1700" b="0" i="0" u="none">
                          <a:solidFill>
                            <a:srgbClr val="171717"/>
                          </a:solidFill>
                          <a:latin typeface="Calibri"/>
                          <a:ea typeface="Calibri"/>
                          <a:cs typeface="Calibri"/>
                        </a:rPr>
                        <a:t>100% (tests passing)</a:t>
                      </a:r>
                      <a:endParaRPr sz="1700">
                        <a:latin typeface="Calibri"/>
                        <a:cs typeface="Calibri"/>
                      </a:endParaRPr>
                    </a:p>
                  </a:txBody>
                  <a:tcPr marL="95249" marR="95249" marT="47624" marB="47624" anchor="ctr">
                    <a:lnL w="19049" algn="ctr">
                      <a:solidFill>
                        <a:srgbClr val="000000"/>
                      </a:solidFill>
                    </a:lnL>
                    <a:lnR w="19049" algn="ctr">
                      <a:solidFill>
                        <a:srgbClr val="000000"/>
                      </a:solidFill>
                    </a:lnR>
                    <a:lnT w="19049" algn="ctr">
                      <a:solidFill>
                        <a:srgbClr val="000000"/>
                      </a:solidFill>
                    </a:lnT>
                    <a:lnB w="19049" algn="ctr">
                      <a:solidFill>
                        <a:srgbClr val="000000"/>
                      </a:solidFill>
                    </a:lnB>
                  </a:tcPr>
                </a:tc>
                <a:tc>
                  <a:txBody>
                    <a:bodyPr/>
                    <a:p>
                      <a:pPr>
                        <a:defRPr/>
                      </a:pPr>
                      <a:r>
                        <a:rPr sz="1700" b="0" i="0" u="none">
                          <a:solidFill>
                            <a:srgbClr val="171717"/>
                          </a:solidFill>
                          <a:latin typeface="Calibri"/>
                          <a:ea typeface="Calibri"/>
                          <a:cs typeface="Calibri"/>
                        </a:rPr>
                        <a:t>✅ Pass</a:t>
                      </a:r>
                      <a:endParaRPr sz="1700">
                        <a:latin typeface="Calibri"/>
                        <a:cs typeface="Calibri"/>
                      </a:endParaRPr>
                    </a:p>
                  </a:txBody>
                  <a:tcPr marL="95249" marR="95249" marT="47624" marB="47624" anchor="ctr">
                    <a:lnL w="19049" algn="ctr">
                      <a:solidFill>
                        <a:srgbClr val="000000"/>
                      </a:solidFill>
                    </a:lnL>
                    <a:lnR w="19049" algn="ctr">
                      <a:solidFill>
                        <a:srgbClr val="000000"/>
                      </a:solidFill>
                    </a:lnR>
                    <a:lnT w="19049" algn="ctr">
                      <a:solidFill>
                        <a:srgbClr val="000000"/>
                      </a:solidFill>
                    </a:lnT>
                    <a:lnB w="19049" algn="ctr">
                      <a:solidFill>
                        <a:srgbClr val="000000"/>
                      </a:solidFill>
                    </a:lnB>
                  </a:tcPr>
                </a:tc>
              </a:tr>
              <a:tr h="1044976">
                <a:tc>
                  <a:txBody>
                    <a:bodyPr/>
                    <a:p>
                      <a:pPr>
                        <a:defRPr/>
                      </a:pPr>
                      <a:r>
                        <a:rPr sz="1700" b="1" i="0" u="none">
                          <a:solidFill>
                            <a:srgbClr val="171717"/>
                          </a:solidFill>
                          <a:latin typeface="Calibri"/>
                          <a:ea typeface="Calibri"/>
                          <a:cs typeface="Calibri"/>
                        </a:rPr>
                        <a:t>ATS Score Accuracy</a:t>
                      </a:r>
                      <a:endParaRPr sz="1700">
                        <a:latin typeface="Calibri"/>
                        <a:cs typeface="Calibri"/>
                      </a:endParaRPr>
                    </a:p>
                  </a:txBody>
                  <a:tcPr marL="95249" marR="95249" marT="47624" marB="47624" anchor="ctr">
                    <a:lnL w="19049" algn="ctr">
                      <a:solidFill>
                        <a:srgbClr val="000000"/>
                      </a:solidFill>
                    </a:lnL>
                    <a:lnR w="19049" algn="ctr">
                      <a:solidFill>
                        <a:srgbClr val="000000"/>
                      </a:solidFill>
                    </a:lnR>
                    <a:lnT w="19049" algn="ctr">
                      <a:solidFill>
                        <a:srgbClr val="000000"/>
                      </a:solidFill>
                    </a:lnT>
                    <a:lnB w="19049" algn="ctr">
                      <a:solidFill>
                        <a:srgbClr val="000000"/>
                      </a:solidFill>
                    </a:lnB>
                  </a:tcPr>
                </a:tc>
                <a:tc>
                  <a:txBody>
                    <a:bodyPr/>
                    <a:p>
                      <a:pPr>
                        <a:defRPr/>
                      </a:pPr>
                      <a:r>
                        <a:rPr sz="1700" b="0" i="0" u="none">
                          <a:solidFill>
                            <a:srgbClr val="171717"/>
                          </a:solidFill>
                          <a:latin typeface="Calibri"/>
                          <a:ea typeface="Calibri"/>
                          <a:cs typeface="Calibri"/>
                        </a:rPr>
                        <a:t>Heuristic correlation</a:t>
                      </a:r>
                      <a:endParaRPr sz="1700">
                        <a:latin typeface="Calibri"/>
                        <a:cs typeface="Calibri"/>
                      </a:endParaRPr>
                    </a:p>
                  </a:txBody>
                  <a:tcPr marL="95249" marR="95249" marT="47624" marB="47624" anchor="ctr">
                    <a:lnL w="19049" algn="ctr">
                      <a:solidFill>
                        <a:srgbClr val="000000"/>
                      </a:solidFill>
                    </a:lnL>
                    <a:lnR w="19049" algn="ctr">
                      <a:solidFill>
                        <a:srgbClr val="000000"/>
                      </a:solidFill>
                    </a:lnR>
                    <a:lnT w="19049" algn="ctr">
                      <a:solidFill>
                        <a:srgbClr val="000000"/>
                      </a:solidFill>
                    </a:lnT>
                    <a:lnB w="19049" algn="ctr">
                      <a:solidFill>
                        <a:srgbClr val="000000"/>
                      </a:solidFill>
                    </a:lnB>
                  </a:tcPr>
                </a:tc>
                <a:tc>
                  <a:txBody>
                    <a:bodyPr/>
                    <a:p>
                      <a:pPr>
                        <a:defRPr/>
                      </a:pPr>
                      <a:r>
                        <a:rPr sz="1700" b="0" i="0" u="none">
                          <a:solidFill>
                            <a:srgbClr val="171717"/>
                          </a:solidFill>
                          <a:latin typeface="Calibri"/>
                          <a:ea typeface="Calibri"/>
                          <a:cs typeface="Calibri"/>
                        </a:rPr>
                        <a:t>Validated against industry standards</a:t>
                      </a:r>
                      <a:endParaRPr sz="1700">
                        <a:latin typeface="Calibri"/>
                        <a:cs typeface="Calibri"/>
                      </a:endParaRPr>
                    </a:p>
                  </a:txBody>
                  <a:tcPr marL="95249" marR="95249" marT="47624" marB="47624" anchor="ctr">
                    <a:lnL w="19049" algn="ctr">
                      <a:solidFill>
                        <a:srgbClr val="000000"/>
                      </a:solidFill>
                    </a:lnL>
                    <a:lnR w="19049" algn="ctr">
                      <a:solidFill>
                        <a:srgbClr val="000000"/>
                      </a:solidFill>
                    </a:lnR>
                    <a:lnT w="19049" algn="ctr">
                      <a:solidFill>
                        <a:srgbClr val="000000"/>
                      </a:solidFill>
                    </a:lnT>
                    <a:lnB w="19049" algn="ctr">
                      <a:solidFill>
                        <a:srgbClr val="000000"/>
                      </a:solidFill>
                    </a:lnB>
                  </a:tcPr>
                </a:tc>
                <a:tc>
                  <a:txBody>
                    <a:bodyPr/>
                    <a:p>
                      <a:pPr>
                        <a:defRPr/>
                      </a:pPr>
                      <a:r>
                        <a:rPr sz="1700" b="0" i="0" u="none">
                          <a:solidFill>
                            <a:srgbClr val="171717"/>
                          </a:solidFill>
                          <a:latin typeface="Calibri"/>
                          <a:ea typeface="Calibri"/>
                          <a:cs typeface="Calibri"/>
                        </a:rPr>
                        <a:t>✅ Pass</a:t>
                      </a:r>
                      <a:endParaRPr sz="1700">
                        <a:latin typeface="Calibri"/>
                        <a:cs typeface="Calibri"/>
                      </a:endParaRPr>
                    </a:p>
                  </a:txBody>
                  <a:tcPr marL="95249" marR="95249" marT="47624" marB="47624" anchor="ctr">
                    <a:lnL w="19049" algn="ctr">
                      <a:solidFill>
                        <a:srgbClr val="000000"/>
                      </a:solidFill>
                    </a:lnL>
                    <a:lnR w="19049" algn="ctr">
                      <a:solidFill>
                        <a:srgbClr val="000000"/>
                      </a:solidFill>
                    </a:lnR>
                    <a:lnT w="19049" algn="ctr">
                      <a:solidFill>
                        <a:srgbClr val="000000"/>
                      </a:solidFill>
                    </a:lnT>
                    <a:lnB w="19049" algn="ctr">
                      <a:solidFill>
                        <a:srgbClr val="000000"/>
                      </a:solidFill>
                    </a:lnB>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49429248" name="Title 4"/>
          <p:cNvSpPr>
            <a:spLocks noGrp="1"/>
          </p:cNvSpPr>
          <p:nvPr>
            <p:ph type="title"/>
          </p:nvPr>
        </p:nvSpPr>
        <p:spPr bwMode="auto">
          <a:xfrm>
            <a:off x="581191" y="842229"/>
            <a:ext cx="11029615" cy="530295"/>
          </a:xfrm>
        </p:spPr>
        <p:txBody>
          <a:bodyPr>
            <a:normAutofit fontScale="90000"/>
          </a:bodyPr>
          <a:lstStyle/>
          <a:p>
            <a:pPr>
              <a:defRPr/>
            </a:pPr>
            <a:r>
              <a:rPr lang="en-US" sz="4400" b="1">
                <a:solidFill>
                  <a:schemeClr val="accent1"/>
                </a:solidFill>
                <a:latin typeface="Arial"/>
                <a:ea typeface="+mj-lt"/>
                <a:cs typeface="Arial"/>
              </a:rPr>
              <a:t>Conclusion</a:t>
            </a:r>
            <a:endParaRPr lang="en-US"/>
          </a:p>
        </p:txBody>
      </p:sp>
      <p:sp>
        <p:nvSpPr>
          <p:cNvPr id="694005624" name="Content Placeholder 2"/>
          <p:cNvSpPr>
            <a:spLocks noGrp="1"/>
          </p:cNvSpPr>
          <p:nvPr/>
        </p:nvSpPr>
        <p:spPr bwMode="auto">
          <a:xfrm flipH="0" flipV="0">
            <a:off x="581190" y="1568822"/>
            <a:ext cx="11029614" cy="4406526"/>
          </a:xfrm>
        </p:spPr>
        <p:txBody>
          <a:bodyPr vertOverflow="overflow" horzOverflow="overflow" vert="horz" wrap="square" lIns="91440" tIns="45720" rIns="91440" bIns="45720" numCol="1" spcCol="0" rtlCol="0" fromWordArt="0" anchor="t" anchorCtr="0" forceAA="0" upright="0" compatLnSpc="0">
            <a:normAutofit/>
          </a:bodyPr>
          <a:lstStyle>
            <a:lvl1pPr marL="306000" indent="-306000" algn="l" defTabSz="457200" rtl="0">
              <a:lnSpc>
                <a:spcPct val="110000"/>
              </a:lnSpc>
              <a:spcBef>
                <a:spcPts val="0"/>
              </a:spcBef>
              <a:spcAft>
                <a:spcPts val="599"/>
              </a:spcAft>
              <a:buClr>
                <a:schemeClr val="accent1"/>
              </a:buClr>
              <a:buSzPct val="92000"/>
              <a:buFont typeface="Wingdings 2"/>
              <a:buChar char=""/>
              <a:defRPr sz="1700">
                <a:solidFill>
                  <a:schemeClr val="tx1">
                    <a:lumMod val="75000"/>
                    <a:lumOff val="25000"/>
                  </a:schemeClr>
                </a:solidFill>
                <a:latin typeface="+mn-lt"/>
                <a:ea typeface="+mn-ea"/>
                <a:cs typeface="+mn-cs"/>
              </a:defRPr>
            </a:lvl1pPr>
            <a:lvl2pPr marL="630000" indent="-306000" algn="l" defTabSz="457200" rtl="0">
              <a:spcBef>
                <a:spcPts val="0"/>
              </a:spcBef>
              <a:spcAft>
                <a:spcPts val="599"/>
              </a:spcAft>
              <a:buClr>
                <a:schemeClr val="accent1"/>
              </a:buClr>
              <a:buSzPct val="92000"/>
              <a:buFont typeface="Wingdings 2"/>
              <a:buChar char=""/>
              <a:defRPr sz="1400">
                <a:solidFill>
                  <a:schemeClr val="tx1">
                    <a:lumMod val="75000"/>
                    <a:lumOff val="25000"/>
                  </a:schemeClr>
                </a:solidFill>
                <a:latin typeface="+mn-lt"/>
                <a:ea typeface="+mn-ea"/>
                <a:cs typeface="+mn-cs"/>
              </a:defRPr>
            </a:lvl2pPr>
            <a:lvl3pPr marL="900000" indent="-270000" algn="l" defTabSz="457200" rtl="0">
              <a:spcBef>
                <a:spcPts val="0"/>
              </a:spcBef>
              <a:spcAft>
                <a:spcPts val="599"/>
              </a:spcAft>
              <a:buClr>
                <a:schemeClr val="accent1"/>
              </a:buClr>
              <a:buSzPct val="92000"/>
              <a:buFont typeface="Wingdings 2"/>
              <a:buChar char=""/>
              <a:defRPr sz="1300">
                <a:solidFill>
                  <a:schemeClr val="tx1">
                    <a:lumMod val="75000"/>
                    <a:lumOff val="25000"/>
                  </a:schemeClr>
                </a:solidFill>
                <a:latin typeface="+mn-lt"/>
                <a:ea typeface="+mn-ea"/>
                <a:cs typeface="+mn-cs"/>
              </a:defRPr>
            </a:lvl3pPr>
            <a:lvl4pPr marL="1242000" indent="-234000" algn="l" defTabSz="457200" rtl="0">
              <a:spcBef>
                <a:spcPts val="0"/>
              </a:spcBef>
              <a:spcAft>
                <a:spcPts val="599"/>
              </a:spcAft>
              <a:buClr>
                <a:schemeClr val="accent1"/>
              </a:buClr>
              <a:buSzPct val="92000"/>
              <a:buFont typeface="Wingdings 2"/>
              <a:buChar char=""/>
              <a:defRPr sz="1100">
                <a:solidFill>
                  <a:schemeClr val="tx1">
                    <a:lumMod val="75000"/>
                    <a:lumOff val="25000"/>
                  </a:schemeClr>
                </a:solidFill>
                <a:latin typeface="+mn-lt"/>
                <a:ea typeface="+mn-ea"/>
                <a:cs typeface="+mn-cs"/>
              </a:defRPr>
            </a:lvl4pPr>
            <a:lvl5pPr marL="1602000" indent="-234000" algn="l" defTabSz="457200" rtl="0">
              <a:spcBef>
                <a:spcPts val="0"/>
              </a:spcBef>
              <a:spcAft>
                <a:spcPts val="599"/>
              </a:spcAft>
              <a:buClr>
                <a:schemeClr val="accent1"/>
              </a:buClr>
              <a:buSzPct val="92000"/>
              <a:buFont typeface="Wingdings 2"/>
              <a:buChar char=""/>
              <a:defRPr sz="1100">
                <a:solidFill>
                  <a:schemeClr val="tx1">
                    <a:lumMod val="75000"/>
                    <a:lumOff val="25000"/>
                  </a:schemeClr>
                </a:solidFill>
                <a:latin typeface="+mn-lt"/>
                <a:ea typeface="+mn-ea"/>
                <a:cs typeface="+mn-cs"/>
              </a:defRPr>
            </a:lvl5pPr>
            <a:lvl6pPr marL="18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6pPr>
            <a:lvl7pPr marL="21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7pPr>
            <a:lvl8pPr marL="24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8pPr>
            <a:lvl9pPr marL="27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9pPr>
          </a:lstStyle>
          <a:p>
            <a:pPr marL="0" indent="0">
              <a:buClr>
                <a:schemeClr val="accent1"/>
              </a:buClr>
              <a:buSzPct val="92000"/>
              <a:buFont typeface="Wingdings 2"/>
              <a:buNone/>
              <a:defRPr/>
            </a:pPr>
            <a:r>
              <a:rPr lang="en-IN" sz="1700" b="0" i="0" u="none" strike="noStrike" cap="none" spc="0">
                <a:solidFill>
                  <a:srgbClr val="0F0F0F"/>
                </a:solidFill>
                <a:latin typeface="Calibri"/>
                <a:ea typeface="Calibri"/>
                <a:cs typeface="Calibri"/>
              </a:rPr>
              <a:t>Th</a:t>
            </a:r>
            <a:r>
              <a:rPr lang="en-US" sz="1700" b="0" i="0" u="none" strike="noStrike" cap="none" spc="0">
                <a:solidFill>
                  <a:srgbClr val="0F0F0F"/>
                </a:solidFill>
                <a:latin typeface="Calibri"/>
                <a:ea typeface="Calibri"/>
                <a:cs typeface="Calibri"/>
              </a:rPr>
              <a:t>is solution</a:t>
            </a:r>
            <a:r>
              <a:rPr lang="en-IN" sz="1700" b="0" i="0" u="none" strike="noStrike" cap="none" spc="0">
                <a:solidFill>
                  <a:srgbClr val="0F0F0F"/>
                </a:solidFill>
                <a:latin typeface="Calibri"/>
                <a:ea typeface="Calibri"/>
                <a:cs typeface="Calibri"/>
              </a:rPr>
              <a:t> successfully addresses the identified problem through a well-architected, modular solution</a:t>
            </a:r>
            <a:r>
              <a:rPr lang="en-US" sz="1700" b="0" i="0" u="none" strike="noStrike" cap="none" spc="0">
                <a:solidFill>
                  <a:srgbClr val="0F0F0F"/>
                </a:solidFill>
                <a:latin typeface="Calibri"/>
                <a:ea typeface="Calibri"/>
                <a:cs typeface="Calibri"/>
              </a:rPr>
              <a:t> </a:t>
            </a:r>
            <a:r>
              <a:rPr lang="en-IN" sz="1700" b="0" i="0" u="none" strike="noStrike" cap="none" spc="0">
                <a:solidFill>
                  <a:srgbClr val="0F0F0F"/>
                </a:solidFill>
                <a:latin typeface="Calibri"/>
                <a:ea typeface="Calibri"/>
                <a:cs typeface="Calibri"/>
              </a:rPr>
              <a:t>that:</a:t>
            </a:r>
            <a:endParaRPr sz="1700" b="0" i="0" u="none" strike="noStrike" cap="none" spc="0">
              <a:solidFill>
                <a:srgbClr val="0F0F0F"/>
              </a:solidFill>
              <a:latin typeface="Calibri"/>
              <a:cs typeface="Calibri"/>
            </a:endParaRPr>
          </a:p>
          <a:p>
            <a:pPr>
              <a:defRPr/>
            </a:pPr>
            <a:r>
              <a:rPr lang="en-IN" sz="1700" b="1" i="0" u="none" strike="noStrike" cap="none" spc="0">
                <a:solidFill>
                  <a:srgbClr val="0F0F0F"/>
                </a:solidFill>
                <a:latin typeface="Calibri"/>
                <a:ea typeface="Calibri"/>
                <a:cs typeface="Calibri"/>
              </a:rPr>
              <a:t>Simplifies Resume Creation</a:t>
            </a:r>
            <a:r>
              <a:rPr lang="en-IN" sz="1700" b="0" i="0" u="none" strike="noStrike" cap="none" spc="0">
                <a:solidFill>
                  <a:srgbClr val="0F0F0F"/>
                </a:solidFill>
                <a:latin typeface="Calibri"/>
                <a:ea typeface="Calibri"/>
                <a:cs typeface="Calibri"/>
              </a:rPr>
              <a:t>: Guided form eliminates blank-page syndrome and ensures consistency</a:t>
            </a:r>
            <a:endParaRPr sz="1700" b="0" i="0" u="none" strike="noStrike" cap="none" spc="0">
              <a:solidFill>
                <a:srgbClr val="0F0F0F"/>
              </a:solidFill>
              <a:latin typeface="Calibri"/>
              <a:cs typeface="Calibri"/>
            </a:endParaRPr>
          </a:p>
          <a:p>
            <a:pPr>
              <a:defRPr/>
            </a:pPr>
            <a:r>
              <a:rPr lang="en-IN" sz="1700" b="1" i="0" u="none" strike="noStrike" cap="none" spc="0">
                <a:solidFill>
                  <a:srgbClr val="0F0F0F"/>
                </a:solidFill>
                <a:latin typeface="Calibri"/>
                <a:ea typeface="Calibri"/>
                <a:cs typeface="Calibri"/>
              </a:rPr>
              <a:t>Improves Quality Objectively</a:t>
            </a:r>
            <a:r>
              <a:rPr lang="en-IN" sz="1700" b="0" i="0" u="none" strike="noStrike" cap="none" spc="0">
                <a:solidFill>
                  <a:srgbClr val="0F0F0F"/>
                </a:solidFill>
                <a:latin typeface="Calibri"/>
                <a:ea typeface="Calibri"/>
                <a:cs typeface="Calibri"/>
              </a:rPr>
              <a:t>: Scoring metrics provide actionable feedback for improvement</a:t>
            </a:r>
            <a:endParaRPr sz="1700" b="0" i="0" u="none" strike="noStrike" cap="none" spc="0">
              <a:solidFill>
                <a:srgbClr val="0F0F0F"/>
              </a:solidFill>
              <a:latin typeface="Calibri"/>
              <a:cs typeface="Calibri"/>
            </a:endParaRPr>
          </a:p>
          <a:p>
            <a:pPr>
              <a:defRPr/>
            </a:pPr>
            <a:r>
              <a:rPr lang="en-IN" sz="1700" b="1" i="0" u="none" strike="noStrike" cap="none" spc="0">
                <a:solidFill>
                  <a:srgbClr val="0F0F0F"/>
                </a:solidFill>
                <a:latin typeface="Calibri"/>
                <a:ea typeface="Calibri"/>
                <a:cs typeface="Calibri"/>
              </a:rPr>
              <a:t>Optimizes for ATS</a:t>
            </a:r>
            <a:r>
              <a:rPr lang="en-IN" sz="1700" b="0" i="0" u="none" strike="noStrike" cap="none" spc="0">
                <a:solidFill>
                  <a:srgbClr val="0F0F0F"/>
                </a:solidFill>
                <a:latin typeface="Calibri"/>
                <a:ea typeface="Calibri"/>
                <a:cs typeface="Calibri"/>
              </a:rPr>
              <a:t>: Heuristic-based scoring ensures resumes clear automated screening</a:t>
            </a:r>
            <a:endParaRPr sz="1700" b="0" i="0" u="none" strike="noStrike" cap="none" spc="0">
              <a:solidFill>
                <a:srgbClr val="0F0F0F"/>
              </a:solidFill>
              <a:latin typeface="Calibri"/>
              <a:cs typeface="Calibri"/>
            </a:endParaRPr>
          </a:p>
          <a:p>
            <a:pPr algn="l">
              <a:defRPr/>
            </a:pPr>
            <a:r>
              <a:rPr lang="en-IN" sz="1700" b="1" i="0" u="none" strike="noStrike" cap="none" spc="0">
                <a:solidFill>
                  <a:srgbClr val="0F0F0F"/>
                </a:solidFill>
                <a:latin typeface="Calibri"/>
                <a:ea typeface="Calibri"/>
                <a:cs typeface="Calibri"/>
              </a:rPr>
              <a:t>Is Production-Ready</a:t>
            </a:r>
            <a:r>
              <a:rPr lang="en-IN" sz="1700" b="0" i="0" u="none" strike="noStrike" cap="none" spc="0">
                <a:solidFill>
                  <a:srgbClr val="0F0F0F"/>
                </a:solidFill>
                <a:latin typeface="Calibri"/>
                <a:ea typeface="Calibri"/>
                <a:cs typeface="Calibri"/>
              </a:rPr>
              <a:t>: </a:t>
            </a:r>
            <a:r>
              <a:rPr lang="en-US" sz="1700" b="0" i="0" u="none" strike="noStrike" cap="none" spc="0">
                <a:solidFill>
                  <a:srgbClr val="0F0F0F"/>
                </a:solidFill>
                <a:latin typeface="Calibri"/>
                <a:ea typeface="Calibri"/>
                <a:cs typeface="Calibri"/>
              </a:rPr>
              <a:t>Can be deployed on Amazon EC2 instances or GCP platform by containerizing the app using docker.</a:t>
            </a:r>
            <a:endParaRPr>
              <a:latin typeface="Calibri"/>
              <a:cs typeface="Calibri"/>
            </a:endParaRPr>
          </a:p>
          <a:p>
            <a:pPr algn="l">
              <a:defRPr/>
            </a:pPr>
            <a:endParaRPr>
              <a:latin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87378322" name="Title 4"/>
          <p:cNvSpPr txBox="1"/>
          <p:nvPr/>
        </p:nvSpPr>
        <p:spPr bwMode="auto">
          <a:xfrm flipH="0" flipV="0">
            <a:off x="535669" y="714375"/>
            <a:ext cx="11029615" cy="660579"/>
          </a:xfrm>
          <a:prstGeom prst="rect">
            <a:avLst/>
          </a:prstGeom>
        </p:spPr>
        <p:txBody>
          <a:bodyPr vertOverflow="overflow" horzOverflow="overflow" vert="horz" wrap="square" lIns="91440" tIns="45720" rIns="91440" bIns="45720" numCol="1" spcCol="0" rtlCol="0" fromWordArt="0" anchor="b" anchorCtr="0" forceAA="0" upright="0" compatLnSpc="0">
            <a:normAutofit fontScale="90000" lnSpcReduction="2000"/>
          </a:bodyPr>
          <a:lstStyle>
            <a:lvl1pPr algn="l" defTabSz="457200" rtl="0">
              <a:lnSpc>
                <a:spcPct val="100000"/>
              </a:lnSpc>
              <a:spcBef>
                <a:spcPts val="0"/>
              </a:spcBef>
              <a:buNone/>
              <a:defRPr sz="2800" b="0" cap="all">
                <a:solidFill>
                  <a:schemeClr val="tx1">
                    <a:lumMod val="75000"/>
                    <a:lumOff val="2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defRPr/>
            </a:pPr>
            <a:r>
              <a:rPr lang="en-US" sz="4400" b="1">
                <a:solidFill>
                  <a:schemeClr val="accent1"/>
                </a:solidFill>
                <a:latin typeface="Arial"/>
                <a:cs typeface="Arial"/>
              </a:rPr>
              <a:t>Future scope</a:t>
            </a:r>
            <a:endParaRPr/>
          </a:p>
        </p:txBody>
      </p:sp>
      <p:sp>
        <p:nvSpPr>
          <p:cNvPr id="375678586" name="Content Placeholder 2"/>
          <p:cNvSpPr>
            <a:spLocks noGrp="1"/>
          </p:cNvSpPr>
          <p:nvPr/>
        </p:nvSpPr>
        <p:spPr bwMode="auto">
          <a:xfrm flipH="0" flipV="0">
            <a:off x="581190" y="1568822"/>
            <a:ext cx="11029614" cy="4406526"/>
          </a:xfrm>
        </p:spPr>
        <p:txBody>
          <a:bodyPr vertOverflow="overflow" horzOverflow="overflow" vert="horz" wrap="square" lIns="91440" tIns="45720" rIns="91440" bIns="45720" numCol="1" spcCol="0" rtlCol="0" fromWordArt="0" anchor="t" anchorCtr="0" forceAA="0" upright="0" compatLnSpc="0">
            <a:normAutofit/>
          </a:bodyPr>
          <a:lstStyle>
            <a:lvl1pPr marL="306000" indent="-306000" algn="l" defTabSz="457200" rtl="0">
              <a:lnSpc>
                <a:spcPct val="110000"/>
              </a:lnSpc>
              <a:spcBef>
                <a:spcPts val="0"/>
              </a:spcBef>
              <a:spcAft>
                <a:spcPts val="599"/>
              </a:spcAft>
              <a:buClr>
                <a:schemeClr val="accent1"/>
              </a:buClr>
              <a:buSzPct val="92000"/>
              <a:buFont typeface="Wingdings 2"/>
              <a:buChar char=""/>
              <a:defRPr sz="1700">
                <a:solidFill>
                  <a:schemeClr val="tx1">
                    <a:lumMod val="75000"/>
                    <a:lumOff val="25000"/>
                  </a:schemeClr>
                </a:solidFill>
                <a:latin typeface="+mn-lt"/>
                <a:ea typeface="+mn-ea"/>
                <a:cs typeface="+mn-cs"/>
              </a:defRPr>
            </a:lvl1pPr>
            <a:lvl2pPr marL="630000" indent="-306000" algn="l" defTabSz="457200" rtl="0">
              <a:spcBef>
                <a:spcPts val="0"/>
              </a:spcBef>
              <a:spcAft>
                <a:spcPts val="599"/>
              </a:spcAft>
              <a:buClr>
                <a:schemeClr val="accent1"/>
              </a:buClr>
              <a:buSzPct val="92000"/>
              <a:buFont typeface="Wingdings 2"/>
              <a:buChar char=""/>
              <a:defRPr sz="1400">
                <a:solidFill>
                  <a:schemeClr val="tx1">
                    <a:lumMod val="75000"/>
                    <a:lumOff val="25000"/>
                  </a:schemeClr>
                </a:solidFill>
                <a:latin typeface="+mn-lt"/>
                <a:ea typeface="+mn-ea"/>
                <a:cs typeface="+mn-cs"/>
              </a:defRPr>
            </a:lvl2pPr>
            <a:lvl3pPr marL="900000" indent="-270000" algn="l" defTabSz="457200" rtl="0">
              <a:spcBef>
                <a:spcPts val="0"/>
              </a:spcBef>
              <a:spcAft>
                <a:spcPts val="599"/>
              </a:spcAft>
              <a:buClr>
                <a:schemeClr val="accent1"/>
              </a:buClr>
              <a:buSzPct val="92000"/>
              <a:buFont typeface="Wingdings 2"/>
              <a:buChar char=""/>
              <a:defRPr sz="1300">
                <a:solidFill>
                  <a:schemeClr val="tx1">
                    <a:lumMod val="75000"/>
                    <a:lumOff val="25000"/>
                  </a:schemeClr>
                </a:solidFill>
                <a:latin typeface="+mn-lt"/>
                <a:ea typeface="+mn-ea"/>
                <a:cs typeface="+mn-cs"/>
              </a:defRPr>
            </a:lvl3pPr>
            <a:lvl4pPr marL="1242000" indent="-234000" algn="l" defTabSz="457200" rtl="0">
              <a:spcBef>
                <a:spcPts val="0"/>
              </a:spcBef>
              <a:spcAft>
                <a:spcPts val="599"/>
              </a:spcAft>
              <a:buClr>
                <a:schemeClr val="accent1"/>
              </a:buClr>
              <a:buSzPct val="92000"/>
              <a:buFont typeface="Wingdings 2"/>
              <a:buChar char=""/>
              <a:defRPr sz="1100">
                <a:solidFill>
                  <a:schemeClr val="tx1">
                    <a:lumMod val="75000"/>
                    <a:lumOff val="25000"/>
                  </a:schemeClr>
                </a:solidFill>
                <a:latin typeface="+mn-lt"/>
                <a:ea typeface="+mn-ea"/>
                <a:cs typeface="+mn-cs"/>
              </a:defRPr>
            </a:lvl4pPr>
            <a:lvl5pPr marL="1602000" indent="-234000" algn="l" defTabSz="457200" rtl="0">
              <a:spcBef>
                <a:spcPts val="0"/>
              </a:spcBef>
              <a:spcAft>
                <a:spcPts val="599"/>
              </a:spcAft>
              <a:buClr>
                <a:schemeClr val="accent1"/>
              </a:buClr>
              <a:buSzPct val="92000"/>
              <a:buFont typeface="Wingdings 2"/>
              <a:buChar char=""/>
              <a:defRPr sz="1100">
                <a:solidFill>
                  <a:schemeClr val="tx1">
                    <a:lumMod val="75000"/>
                    <a:lumOff val="25000"/>
                  </a:schemeClr>
                </a:solidFill>
                <a:latin typeface="+mn-lt"/>
                <a:ea typeface="+mn-ea"/>
                <a:cs typeface="+mn-cs"/>
              </a:defRPr>
            </a:lvl5pPr>
            <a:lvl6pPr marL="18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6pPr>
            <a:lvl7pPr marL="21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7pPr>
            <a:lvl8pPr marL="24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8pPr>
            <a:lvl9pPr marL="27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9pPr>
          </a:lstStyle>
          <a:p>
            <a:pPr marL="0" indent="0" algn="l">
              <a:buClr>
                <a:schemeClr val="accent1"/>
              </a:buClr>
              <a:buSzPct val="92000"/>
              <a:buFont typeface="Wingdings 2"/>
              <a:buNone/>
              <a:defRPr/>
            </a:pPr>
            <a:r>
              <a:rPr lang="en-US" sz="1700" b="0" i="0" u="none" strike="noStrike" cap="none" spc="0">
                <a:solidFill>
                  <a:schemeClr val="tx1">
                    <a:lumMod val="75000"/>
                    <a:lumOff val="25000"/>
                  </a:schemeClr>
                </a:solidFill>
                <a:latin typeface="Calibri"/>
                <a:ea typeface="Calibri"/>
                <a:cs typeface="Calibri"/>
              </a:rPr>
              <a:t>Here are some of the features that could be added or implemented in this project to make it more useful to the users:</a:t>
            </a:r>
            <a:endParaRPr sz="1700" b="0" i="0" u="none" strike="noStrike" cap="none" spc="0">
              <a:solidFill>
                <a:schemeClr val="tx1">
                  <a:lumMod val="75000"/>
                  <a:lumOff val="25000"/>
                </a:schemeClr>
              </a:solidFill>
              <a:latin typeface="Calibri"/>
              <a:cs typeface="Calibri"/>
            </a:endParaRPr>
          </a:p>
          <a:p>
            <a:pPr marL="272865" indent="-272865" algn="l">
              <a:buClr>
                <a:schemeClr val="accent1"/>
              </a:buClr>
              <a:buSzPct val="92000"/>
              <a:buFont typeface="Wingdings 2"/>
              <a:buAutoNum type="arabicPeriod"/>
              <a:defRPr/>
            </a:pPr>
            <a:r>
              <a:rPr lang="en-US" sz="1700" b="1" i="0" u="none" strike="noStrike" cap="none" spc="0">
                <a:solidFill>
                  <a:schemeClr val="tx1">
                    <a:lumMod val="75000"/>
                    <a:lumOff val="25000"/>
                  </a:schemeClr>
                </a:solidFill>
                <a:latin typeface="Calibri"/>
                <a:ea typeface="Calibri"/>
                <a:cs typeface="Calibri"/>
              </a:rPr>
              <a:t>Template Customization</a:t>
            </a:r>
            <a:endParaRPr sz="1700" b="1" i="0" u="none" strike="noStrike" cap="none" spc="0">
              <a:solidFill>
                <a:schemeClr val="tx1">
                  <a:lumMod val="75000"/>
                  <a:lumOff val="25000"/>
                </a:schemeClr>
              </a:solidFill>
              <a:latin typeface="Calibri"/>
              <a:cs typeface="Calibri"/>
            </a:endParaRPr>
          </a:p>
          <a:p>
            <a:pPr marL="272865" indent="-272865" algn="l">
              <a:buClr>
                <a:schemeClr val="accent1"/>
              </a:buClr>
              <a:buSzPct val="92000"/>
              <a:buFont typeface="Wingdings 2"/>
              <a:buAutoNum type="arabicPeriod"/>
              <a:defRPr/>
            </a:pPr>
            <a:r>
              <a:rPr lang="en-US" sz="1700" b="1" i="0" u="none" strike="noStrike" cap="none" spc="0">
                <a:solidFill>
                  <a:schemeClr val="tx1">
                    <a:lumMod val="75000"/>
                    <a:lumOff val="25000"/>
                  </a:schemeClr>
                </a:solidFill>
                <a:latin typeface="Calibri"/>
                <a:ea typeface="Calibri"/>
                <a:cs typeface="Calibri"/>
              </a:rPr>
              <a:t>R</a:t>
            </a:r>
            <a:r>
              <a:rPr lang="en-US" sz="1700" b="1" i="0" u="none" strike="noStrike" cap="none" spc="0">
                <a:solidFill>
                  <a:schemeClr val="tx1">
                    <a:lumMod val="75000"/>
                    <a:lumOff val="25000"/>
                  </a:schemeClr>
                </a:solidFill>
                <a:latin typeface="Calibri"/>
                <a:ea typeface="Calibri"/>
                <a:cs typeface="Calibri"/>
              </a:rPr>
              <a:t>eal-Time Collaboration</a:t>
            </a:r>
            <a:endParaRPr sz="1700" b="1" i="0" u="none" strike="noStrike" cap="none" spc="0">
              <a:solidFill>
                <a:schemeClr val="tx1">
                  <a:lumMod val="75000"/>
                  <a:lumOff val="25000"/>
                </a:schemeClr>
              </a:solidFill>
              <a:latin typeface="Calibri"/>
              <a:cs typeface="Calibri"/>
            </a:endParaRPr>
          </a:p>
          <a:p>
            <a:pPr marL="272865" indent="-272865" algn="l">
              <a:buClr>
                <a:schemeClr val="accent1"/>
              </a:buClr>
              <a:buSzPct val="92000"/>
              <a:buFont typeface="Wingdings 2"/>
              <a:buAutoNum type="arabicPeriod"/>
              <a:defRPr/>
            </a:pPr>
            <a:r>
              <a:rPr lang="en-US" sz="1700" b="1" i="0" u="none" strike="noStrike" cap="none" spc="0">
                <a:solidFill>
                  <a:schemeClr val="tx1">
                    <a:lumMod val="75000"/>
                    <a:lumOff val="25000"/>
                  </a:schemeClr>
                </a:solidFill>
                <a:latin typeface="Calibri"/>
                <a:ea typeface="Calibri"/>
                <a:cs typeface="Calibri"/>
              </a:rPr>
              <a:t>Advanced AI Integration</a:t>
            </a:r>
            <a:endParaRPr sz="1700" b="1" i="0" u="none" strike="noStrike" cap="none" spc="0">
              <a:solidFill>
                <a:schemeClr val="tx1">
                  <a:lumMod val="75000"/>
                  <a:lumOff val="25000"/>
                </a:schemeClr>
              </a:solidFill>
              <a:latin typeface="Calibri"/>
              <a:cs typeface="Calibri"/>
            </a:endParaRPr>
          </a:p>
          <a:p>
            <a:pPr marL="272865" indent="-272865" algn="l">
              <a:buClr>
                <a:schemeClr val="accent1"/>
              </a:buClr>
              <a:buSzPct val="92000"/>
              <a:buFont typeface="Wingdings 2"/>
              <a:buAutoNum type="arabicPeriod"/>
              <a:defRPr/>
            </a:pPr>
            <a:r>
              <a:rPr lang="en-US" sz="1700" b="1" i="0" u="none" strike="noStrike" cap="none" spc="0">
                <a:solidFill>
                  <a:schemeClr val="tx1">
                    <a:lumMod val="75000"/>
                    <a:lumOff val="25000"/>
                  </a:schemeClr>
                </a:solidFill>
                <a:latin typeface="Calibri"/>
                <a:ea typeface="Calibri"/>
                <a:cs typeface="Calibri"/>
              </a:rPr>
              <a:t>Analytics Dashboard</a:t>
            </a:r>
            <a:endParaRPr sz="1700" b="1" i="0" u="none" strike="noStrike" cap="none" spc="0">
              <a:solidFill>
                <a:schemeClr val="tx1">
                  <a:lumMod val="75000"/>
                  <a:lumOff val="25000"/>
                </a:schemeClr>
              </a:solidFill>
              <a:latin typeface="Calibri"/>
              <a:cs typeface="Calibri"/>
            </a:endParaRPr>
          </a:p>
          <a:p>
            <a:pPr marL="272865" indent="-272865" algn="l">
              <a:buClr>
                <a:schemeClr val="accent1"/>
              </a:buClr>
              <a:buSzPct val="92000"/>
              <a:buFont typeface="Wingdings 2"/>
              <a:buAutoNum type="arabicPeriod"/>
              <a:defRPr/>
            </a:pPr>
            <a:r>
              <a:rPr lang="en-US" sz="1700" b="1" i="0" u="none" strike="noStrike" cap="none" spc="0">
                <a:solidFill>
                  <a:schemeClr val="tx1">
                    <a:lumMod val="75000"/>
                    <a:lumOff val="25000"/>
                  </a:schemeClr>
                </a:solidFill>
                <a:latin typeface="Calibri"/>
                <a:ea typeface="Calibri"/>
                <a:cs typeface="Calibri"/>
              </a:rPr>
              <a:t>Offline-First Mobile App</a:t>
            </a:r>
            <a:endParaRPr sz="1700" b="0" i="0" u="none" strike="noStrike" cap="none" spc="0">
              <a:solidFill>
                <a:schemeClr val="tx1">
                  <a:lumMod val="75000"/>
                  <a:lumOff val="25000"/>
                </a:schemeClr>
              </a:solidFill>
              <a:latin typeface="Calibri"/>
              <a:cs typeface="Calibri"/>
            </a:endParaRPr>
          </a:p>
          <a:p>
            <a:pPr algn="l">
              <a:defRPr/>
            </a:pPr>
            <a:endParaRPr>
              <a:latin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82673950" name="Title 4"/>
          <p:cNvSpPr>
            <a:spLocks noGrp="1"/>
          </p:cNvSpPr>
          <p:nvPr>
            <p:ph type="title"/>
          </p:nvPr>
        </p:nvSpPr>
        <p:spPr bwMode="auto">
          <a:xfrm>
            <a:off x="581191" y="842229"/>
            <a:ext cx="11029615" cy="530295"/>
          </a:xfrm>
        </p:spPr>
        <p:txBody>
          <a:bodyPr>
            <a:normAutofit fontScale="90000"/>
          </a:bodyPr>
          <a:lstStyle/>
          <a:p>
            <a:pPr>
              <a:defRPr/>
            </a:pPr>
            <a:r>
              <a:rPr lang="en-US" sz="4400" b="1">
                <a:solidFill>
                  <a:schemeClr val="accent1"/>
                </a:solidFill>
                <a:latin typeface="Arial"/>
                <a:ea typeface="+mj-lt"/>
                <a:cs typeface="Arial"/>
              </a:rPr>
              <a:t>References</a:t>
            </a:r>
            <a:endParaRPr lang="en-US"/>
          </a:p>
        </p:txBody>
      </p:sp>
      <p:sp>
        <p:nvSpPr>
          <p:cNvPr id="968331334" name="Content Placeholder 2"/>
          <p:cNvSpPr>
            <a:spLocks noGrp="1"/>
          </p:cNvSpPr>
          <p:nvPr/>
        </p:nvSpPr>
        <p:spPr bwMode="auto">
          <a:xfrm flipH="0" flipV="0">
            <a:off x="581190" y="1568822"/>
            <a:ext cx="11029614" cy="4406526"/>
          </a:xfrm>
        </p:spPr>
        <p:txBody>
          <a:bodyPr vertOverflow="overflow" horzOverflow="overflow" vert="horz" wrap="square" lIns="91440" tIns="45720" rIns="91440" bIns="45720" numCol="1" spcCol="0" rtlCol="0" fromWordArt="0" anchor="t" anchorCtr="0" forceAA="0" upright="0" compatLnSpc="0">
            <a:normAutofit/>
          </a:bodyPr>
          <a:lstStyle>
            <a:lvl1pPr marL="306000" indent="-306000" algn="l" defTabSz="457200" rtl="0">
              <a:lnSpc>
                <a:spcPct val="110000"/>
              </a:lnSpc>
              <a:spcBef>
                <a:spcPts val="0"/>
              </a:spcBef>
              <a:spcAft>
                <a:spcPts val="599"/>
              </a:spcAft>
              <a:buClr>
                <a:schemeClr val="accent1"/>
              </a:buClr>
              <a:buSzPct val="92000"/>
              <a:buFont typeface="Wingdings 2"/>
              <a:buChar char=""/>
              <a:defRPr sz="1700">
                <a:solidFill>
                  <a:schemeClr val="tx1">
                    <a:lumMod val="75000"/>
                    <a:lumOff val="25000"/>
                  </a:schemeClr>
                </a:solidFill>
                <a:latin typeface="+mn-lt"/>
                <a:ea typeface="+mn-ea"/>
                <a:cs typeface="+mn-cs"/>
              </a:defRPr>
            </a:lvl1pPr>
            <a:lvl2pPr marL="630000" indent="-306000" algn="l" defTabSz="457200" rtl="0">
              <a:spcBef>
                <a:spcPts val="0"/>
              </a:spcBef>
              <a:spcAft>
                <a:spcPts val="599"/>
              </a:spcAft>
              <a:buClr>
                <a:schemeClr val="accent1"/>
              </a:buClr>
              <a:buSzPct val="92000"/>
              <a:buFont typeface="Wingdings 2"/>
              <a:buChar char=""/>
              <a:defRPr sz="1400">
                <a:solidFill>
                  <a:schemeClr val="tx1">
                    <a:lumMod val="75000"/>
                    <a:lumOff val="25000"/>
                  </a:schemeClr>
                </a:solidFill>
                <a:latin typeface="+mn-lt"/>
                <a:ea typeface="+mn-ea"/>
                <a:cs typeface="+mn-cs"/>
              </a:defRPr>
            </a:lvl2pPr>
            <a:lvl3pPr marL="900000" indent="-270000" algn="l" defTabSz="457200" rtl="0">
              <a:spcBef>
                <a:spcPts val="0"/>
              </a:spcBef>
              <a:spcAft>
                <a:spcPts val="599"/>
              </a:spcAft>
              <a:buClr>
                <a:schemeClr val="accent1"/>
              </a:buClr>
              <a:buSzPct val="92000"/>
              <a:buFont typeface="Wingdings 2"/>
              <a:buChar char=""/>
              <a:defRPr sz="1300">
                <a:solidFill>
                  <a:schemeClr val="tx1">
                    <a:lumMod val="75000"/>
                    <a:lumOff val="25000"/>
                  </a:schemeClr>
                </a:solidFill>
                <a:latin typeface="+mn-lt"/>
                <a:ea typeface="+mn-ea"/>
                <a:cs typeface="+mn-cs"/>
              </a:defRPr>
            </a:lvl3pPr>
            <a:lvl4pPr marL="1242000" indent="-234000" algn="l" defTabSz="457200" rtl="0">
              <a:spcBef>
                <a:spcPts val="0"/>
              </a:spcBef>
              <a:spcAft>
                <a:spcPts val="599"/>
              </a:spcAft>
              <a:buClr>
                <a:schemeClr val="accent1"/>
              </a:buClr>
              <a:buSzPct val="92000"/>
              <a:buFont typeface="Wingdings 2"/>
              <a:buChar char=""/>
              <a:defRPr sz="1100">
                <a:solidFill>
                  <a:schemeClr val="tx1">
                    <a:lumMod val="75000"/>
                    <a:lumOff val="25000"/>
                  </a:schemeClr>
                </a:solidFill>
                <a:latin typeface="+mn-lt"/>
                <a:ea typeface="+mn-ea"/>
                <a:cs typeface="+mn-cs"/>
              </a:defRPr>
            </a:lvl4pPr>
            <a:lvl5pPr marL="1602000" indent="-234000" algn="l" defTabSz="457200" rtl="0">
              <a:spcBef>
                <a:spcPts val="0"/>
              </a:spcBef>
              <a:spcAft>
                <a:spcPts val="599"/>
              </a:spcAft>
              <a:buClr>
                <a:schemeClr val="accent1"/>
              </a:buClr>
              <a:buSzPct val="92000"/>
              <a:buFont typeface="Wingdings 2"/>
              <a:buChar char=""/>
              <a:defRPr sz="1100">
                <a:solidFill>
                  <a:schemeClr val="tx1">
                    <a:lumMod val="75000"/>
                    <a:lumOff val="25000"/>
                  </a:schemeClr>
                </a:solidFill>
                <a:latin typeface="+mn-lt"/>
                <a:ea typeface="+mn-ea"/>
                <a:cs typeface="+mn-cs"/>
              </a:defRPr>
            </a:lvl5pPr>
            <a:lvl6pPr marL="18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6pPr>
            <a:lvl7pPr marL="21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7pPr>
            <a:lvl8pPr marL="24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8pPr>
            <a:lvl9pPr marL="2799999" indent="-228600" algn="l" defTabSz="457200" rtl="0">
              <a:spcBef>
                <a:spcPts val="0"/>
              </a:spcBef>
              <a:spcAft>
                <a:spcPts val="599"/>
              </a:spcAft>
              <a:buClr>
                <a:schemeClr val="accent2"/>
              </a:buClr>
              <a:buSzPct val="92000"/>
              <a:buFont typeface="Wingdings 2"/>
              <a:buChar char=""/>
              <a:defRPr sz="1200">
                <a:solidFill>
                  <a:schemeClr val="tx2"/>
                </a:solidFill>
                <a:latin typeface="+mn-lt"/>
                <a:ea typeface="+mn-ea"/>
                <a:cs typeface="+mn-cs"/>
              </a:defRPr>
            </a:lvl9pPr>
          </a:lstStyle>
          <a:p>
            <a:pPr marL="0" indent="0">
              <a:buClr>
                <a:schemeClr val="accent1"/>
              </a:buClr>
              <a:buSzPct val="92000"/>
              <a:buFont typeface="Wingdings 2"/>
              <a:buNone/>
              <a:defRPr/>
            </a:pPr>
            <a:r>
              <a:rPr lang="en-US" sz="2000" b="0" i="0" u="none" strike="noStrike" cap="none" spc="0">
                <a:solidFill>
                  <a:schemeClr val="tx1">
                    <a:lumMod val="75000"/>
                    <a:lumOff val="25000"/>
                  </a:schemeClr>
                </a:solidFill>
                <a:latin typeface="Calibri"/>
                <a:ea typeface="Calibri"/>
                <a:cs typeface="Calibri"/>
              </a:rPr>
              <a:t>Documentation:</a:t>
            </a:r>
            <a:endParaRPr sz="1700">
              <a:solidFill>
                <a:schemeClr val="accent4">
                  <a:lumMod val="75000"/>
                </a:schemeClr>
              </a:solidFill>
              <a:latin typeface="Calibri"/>
              <a:cs typeface="Calibri"/>
            </a:endParaRPr>
          </a:p>
          <a:p>
            <a:pPr marL="305434" indent="-305434">
              <a:defRPr/>
            </a:pPr>
            <a:r>
              <a:rPr lang="en-IN" sz="1700" b="0" i="0" u="sng" strike="noStrike" cap="none" spc="0">
                <a:solidFill>
                  <a:schemeClr val="accent4">
                    <a:lumMod val="75000"/>
                  </a:schemeClr>
                </a:solidFill>
                <a:latin typeface="Calibri"/>
                <a:ea typeface="Calibri"/>
                <a:cs typeface="Calibri"/>
                <a:hlinkClick r:id="rId3" tooltip=""/>
              </a:rPr>
              <a:t>The Python Standard Library — Python 3.14.6 documentation</a:t>
            </a:r>
            <a:endParaRPr sz="1700" b="0" i="0" u="none" strike="noStrike" cap="none" spc="0">
              <a:solidFill>
                <a:schemeClr val="tx1">
                  <a:lumMod val="75000"/>
                  <a:lumOff val="25000"/>
                </a:schemeClr>
              </a:solidFill>
              <a:latin typeface="Calibri"/>
              <a:cs typeface="Calibri"/>
            </a:endParaRPr>
          </a:p>
          <a:p>
            <a:pPr algn="l">
              <a:defRPr/>
            </a:pPr>
            <a:r>
              <a:rPr lang="en-US" sz="1700" b="0" i="0" u="sng" strike="noStrike" cap="none" spc="0">
                <a:solidFill>
                  <a:schemeClr val="hlink"/>
                </a:solidFill>
                <a:latin typeface="Calibri"/>
                <a:ea typeface="Calibri"/>
                <a:cs typeface="Calibri"/>
                <a:hlinkClick r:id="rId4" tooltip=""/>
              </a:rPr>
              <a:t>Streamlit Documentation</a:t>
            </a:r>
            <a:endParaRPr>
              <a:solidFill>
                <a:schemeClr val="accent4">
                  <a:lumMod val="75000"/>
                </a:schemeClr>
              </a:solidFill>
              <a:latin typeface="Calibri"/>
              <a:cs typeface="Calibri"/>
            </a:endParaRPr>
          </a:p>
          <a:p>
            <a:pPr algn="l">
              <a:defRPr/>
            </a:pPr>
            <a:r>
              <a:rPr u="sng">
                <a:solidFill>
                  <a:schemeClr val="accent4">
                    <a:lumMod val="75000"/>
                  </a:schemeClr>
                </a:solidFill>
                <a:latin typeface="Calibri"/>
                <a:ea typeface="Calibri"/>
                <a:cs typeface="Calibri"/>
                <a:hlinkClick r:id="rId5" tooltip=""/>
              </a:rPr>
              <a:t>Pydantic Documentation</a:t>
            </a:r>
            <a:endParaRPr>
              <a:solidFill>
                <a:schemeClr val="accent4">
                  <a:lumMod val="75000"/>
                </a:schemeClr>
              </a:solidFill>
              <a:latin typeface="Calibri"/>
              <a:cs typeface="Calibri"/>
            </a:endParaRPr>
          </a:p>
          <a:p>
            <a:pPr algn="l">
              <a:defRPr/>
            </a:pPr>
            <a:r>
              <a:rPr u="sng">
                <a:solidFill>
                  <a:schemeClr val="accent4">
                    <a:lumMod val="75000"/>
                  </a:schemeClr>
                </a:solidFill>
                <a:latin typeface="Calibri"/>
                <a:ea typeface="Calibri"/>
                <a:cs typeface="Calibri"/>
                <a:hlinkClick r:id="rId6" tooltip=""/>
              </a:rPr>
              <a:t>ReportLab Documentation</a:t>
            </a:r>
            <a:endParaRPr>
              <a:solidFill>
                <a:schemeClr val="accent4">
                  <a:lumMod val="75000"/>
                </a:schemeClr>
              </a:solidFill>
              <a:latin typeface="Calibri"/>
              <a:cs typeface="Calibri"/>
            </a:endParaRPr>
          </a:p>
          <a:p>
            <a:pPr marL="0" indent="0" algn="l">
              <a:buClr>
                <a:schemeClr val="accent1"/>
              </a:buClr>
              <a:buSzPct val="92000"/>
              <a:buFont typeface="Wingdings 2"/>
              <a:buNone/>
              <a:defRPr/>
            </a:pPr>
            <a:endParaRPr sz="2000">
              <a:solidFill>
                <a:schemeClr val="accent4">
                  <a:lumMod val="75000"/>
                </a:schemeClr>
              </a:solidFill>
              <a:latin typeface="Calibri"/>
              <a:cs typeface="Calibri"/>
            </a:endParaRPr>
          </a:p>
          <a:p>
            <a:pPr marL="0" indent="0" algn="l">
              <a:buClr>
                <a:schemeClr val="accent1"/>
              </a:buClr>
              <a:buSzPct val="92000"/>
              <a:buFont typeface="Wingdings 2"/>
              <a:buNone/>
              <a:defRPr/>
            </a:pPr>
            <a:r>
              <a:rPr sz="2000">
                <a:solidFill>
                  <a:schemeClr val="tx1">
                    <a:lumMod val="85000"/>
                    <a:lumOff val="15000"/>
                  </a:schemeClr>
                </a:solidFill>
                <a:latin typeface="Calibri"/>
                <a:ea typeface="Calibri"/>
                <a:cs typeface="Calibri"/>
              </a:rPr>
              <a:t>Research Papers:</a:t>
            </a:r>
            <a:endParaRPr>
              <a:solidFill>
                <a:schemeClr val="accent4">
                  <a:lumMod val="75000"/>
                </a:schemeClr>
              </a:solidFill>
              <a:latin typeface="Calibri"/>
              <a:cs typeface="Calibri"/>
            </a:endParaRPr>
          </a:p>
          <a:p>
            <a:pPr>
              <a:defRPr/>
            </a:pPr>
            <a:r>
              <a:rPr lang="en-US" sz="1700" b="0" i="0" u="none" strike="noStrike" cap="none" spc="0">
                <a:solidFill>
                  <a:schemeClr val="tx1">
                    <a:lumMod val="85000"/>
                    <a:lumOff val="15000"/>
                  </a:schemeClr>
                </a:solidFill>
                <a:latin typeface="Calibri"/>
                <a:ea typeface="Calibri"/>
                <a:cs typeface="Calibri"/>
              </a:rPr>
              <a:t>"</a:t>
            </a:r>
            <a:r>
              <a:rPr lang="en-US" sz="1700" b="1" i="0" u="none" strike="noStrike" cap="none" spc="0">
                <a:solidFill>
                  <a:schemeClr val="tx1">
                    <a:lumMod val="85000"/>
                    <a:lumOff val="15000"/>
                  </a:schemeClr>
                </a:solidFill>
                <a:latin typeface="Calibri"/>
                <a:ea typeface="Calibri"/>
                <a:cs typeface="Calibri"/>
              </a:rPr>
              <a:t>Avoiding Discrimination in Hiring: Lessons from Machine Learning</a:t>
            </a:r>
            <a:r>
              <a:rPr lang="en-US" sz="1700" b="0" i="0" u="none" strike="noStrike" cap="none" spc="0">
                <a:solidFill>
                  <a:schemeClr val="tx1">
                    <a:lumMod val="85000"/>
                    <a:lumOff val="15000"/>
                  </a:schemeClr>
                </a:solidFill>
                <a:latin typeface="Calibri"/>
                <a:ea typeface="Calibri"/>
                <a:cs typeface="Calibri"/>
              </a:rPr>
              <a:t>" (Barocas &amp; Selbst, 2016)</a:t>
            </a:r>
            <a:endParaRPr sz="1700" b="0" i="0" u="none" strike="noStrike" cap="none" spc="0">
              <a:solidFill>
                <a:schemeClr val="tx1">
                  <a:lumMod val="85000"/>
                  <a:lumOff val="15000"/>
                </a:schemeClr>
              </a:solidFill>
              <a:latin typeface="Calibri"/>
              <a:cs typeface="Calibri"/>
            </a:endParaRPr>
          </a:p>
          <a:p>
            <a:pPr>
              <a:defRPr/>
            </a:pPr>
            <a:r>
              <a:rPr lang="en-US" sz="1700" b="0" i="0" u="none" strike="noStrike" cap="none" spc="0">
                <a:solidFill>
                  <a:schemeClr val="tx1">
                    <a:lumMod val="85000"/>
                    <a:lumOff val="15000"/>
                  </a:schemeClr>
                </a:solidFill>
                <a:latin typeface="Calibri"/>
                <a:ea typeface="Calibri"/>
                <a:cs typeface="Calibri"/>
              </a:rPr>
              <a:t>"</a:t>
            </a:r>
            <a:r>
              <a:rPr lang="en-US" sz="1700" b="1" i="0" u="none" strike="noStrike" cap="none" spc="0">
                <a:solidFill>
                  <a:schemeClr val="tx1">
                    <a:lumMod val="85000"/>
                    <a:lumOff val="15000"/>
                  </a:schemeClr>
                </a:solidFill>
                <a:latin typeface="Calibri"/>
                <a:ea typeface="Calibri"/>
                <a:cs typeface="Calibri"/>
              </a:rPr>
              <a:t>Attention Is All You Need</a:t>
            </a:r>
            <a:r>
              <a:rPr lang="en-US" sz="1700" b="0" i="0" u="none" strike="noStrike" cap="none" spc="0">
                <a:solidFill>
                  <a:schemeClr val="tx1">
                    <a:lumMod val="85000"/>
                    <a:lumOff val="15000"/>
                  </a:schemeClr>
                </a:solidFill>
                <a:latin typeface="Calibri"/>
                <a:ea typeface="Calibri"/>
                <a:cs typeface="Calibri"/>
              </a:rPr>
              <a:t>" (Vaswani et al., 2017) — Transformer architecture foundational paper</a:t>
            </a:r>
            <a:endParaRPr sz="1700" b="0" i="0" u="none" strike="noStrike" cap="none" spc="0">
              <a:solidFill>
                <a:schemeClr val="tx1">
                  <a:lumMod val="85000"/>
                  <a:lumOff val="15000"/>
                </a:schemeClr>
              </a:solidFill>
              <a:latin typeface="Calibri"/>
              <a:cs typeface="Calibri"/>
            </a:endParaRPr>
          </a:p>
          <a:p>
            <a:pPr>
              <a:defRPr/>
            </a:pPr>
            <a:r>
              <a:rPr lang="en-US" sz="1700" b="0" i="0" u="none" strike="noStrike" cap="none" spc="0">
                <a:solidFill>
                  <a:schemeClr val="tx1">
                    <a:lumMod val="85000"/>
                    <a:lumOff val="15000"/>
                  </a:schemeClr>
                </a:solidFill>
                <a:latin typeface="Calibri"/>
                <a:ea typeface="Calibri"/>
                <a:cs typeface="Calibri"/>
              </a:rPr>
              <a:t>"</a:t>
            </a:r>
            <a:r>
              <a:rPr lang="en-US" sz="1700" b="1" i="0" u="none" strike="noStrike" cap="none" spc="0">
                <a:solidFill>
                  <a:schemeClr val="tx1">
                    <a:lumMod val="85000"/>
                    <a:lumOff val="15000"/>
                  </a:schemeClr>
                </a:solidFill>
                <a:latin typeface="Calibri"/>
                <a:ea typeface="Calibri"/>
                <a:cs typeface="Calibri"/>
              </a:rPr>
              <a:t>BERT: Pre-training of Deep Bidirectional Transformers for Language Understanding</a:t>
            </a:r>
            <a:r>
              <a:rPr lang="en-US" sz="1700" b="0" i="0" u="none" strike="noStrike" cap="none" spc="0">
                <a:solidFill>
                  <a:schemeClr val="tx1">
                    <a:lumMod val="85000"/>
                    <a:lumOff val="15000"/>
                  </a:schemeClr>
                </a:solidFill>
                <a:latin typeface="Calibri"/>
                <a:ea typeface="Calibri"/>
                <a:cs typeface="Calibri"/>
              </a:rPr>
              <a:t>" (Devlin et al., 2018)</a:t>
            </a:r>
            <a:endParaRPr sz="1700" b="0" i="0" u="none" strike="noStrike" cap="none" spc="0">
              <a:solidFill>
                <a:schemeClr val="tx1">
                  <a:lumMod val="85000"/>
                  <a:lumOff val="15000"/>
                </a:schemeClr>
              </a:solidFill>
              <a:latin typeface="Calibri"/>
              <a:cs typeface="Calibri"/>
            </a:endParaRPr>
          </a:p>
          <a:p>
            <a:pPr marL="0" indent="0" algn="l">
              <a:buClr>
                <a:schemeClr val="accent1"/>
              </a:buClr>
              <a:buSzPct val="92000"/>
              <a:buFont typeface="Wingdings 2"/>
              <a:buNone/>
              <a:defRPr/>
            </a:pPr>
            <a:endParaRPr>
              <a:solidFill>
                <a:schemeClr val="tx1">
                  <a:lumMod val="85000"/>
                  <a:lumOff val="15000"/>
                </a:schemeClr>
              </a:solidFill>
              <a:latin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47221945" name="Title 1"/>
          <p:cNvSpPr>
            <a:spLocks noGrp="1"/>
          </p:cNvSpPr>
          <p:nvPr>
            <p:ph type="title"/>
          </p:nvPr>
        </p:nvSpPr>
        <p:spPr bwMode="auto">
          <a:xfrm>
            <a:off x="581190" y="728381"/>
            <a:ext cx="11029615" cy="644142"/>
          </a:xfrm>
        </p:spPr>
        <p:txBody>
          <a:bodyPr vertOverflow="overflow" horzOverflow="overflow" vert="horz" wrap="square" lIns="91440" tIns="45720" rIns="91440" bIns="45720" numCol="1" spcCol="0" rtlCol="0" fromWordArt="0" anchor="b" anchorCtr="0" forceAA="0" compatLnSpc="0">
            <a:normAutofit/>
          </a:bodyPr>
          <a:lstStyle/>
          <a:p>
            <a:pPr>
              <a:defRPr/>
            </a:pPr>
            <a:r>
              <a:rPr lang="en-IN" sz="4000" b="1">
                <a:solidFill>
                  <a:schemeClr val="accent1"/>
                </a:solidFill>
                <a:latin typeface="Arial"/>
                <a:ea typeface="Arial"/>
                <a:cs typeface="Arial"/>
              </a:rPr>
              <a:t>Deployment</a:t>
            </a:r>
            <a:endParaRPr sz="4000" b="1">
              <a:solidFill>
                <a:schemeClr val="accent1"/>
              </a:solidFill>
              <a:latin typeface="Arial"/>
              <a:cs typeface="Arial"/>
            </a:endParaRPr>
          </a:p>
        </p:txBody>
      </p:sp>
      <p:sp>
        <p:nvSpPr>
          <p:cNvPr id="1875073411" name="Content Placeholder 2"/>
          <p:cNvSpPr>
            <a:spLocks noGrp="1"/>
          </p:cNvSpPr>
          <p:nvPr>
            <p:ph idx="1"/>
          </p:nvPr>
        </p:nvSpPr>
        <p:spPr bwMode="auto">
          <a:xfrm flipH="0" flipV="0">
            <a:off x="581191" y="1568823"/>
            <a:ext cx="11029614" cy="4406526"/>
          </a:xfrm>
        </p:spPr>
        <p:txBody>
          <a:bodyPr vertOverflow="overflow" horzOverflow="overflow" vert="horz" wrap="square" lIns="91440" tIns="45720" rIns="91440" bIns="45720" numCol="1" spcCol="0" rtlCol="0" fromWordArt="0" anchor="t" anchorCtr="0" forceAA="0" upright="0" compatLnSpc="0">
            <a:normAutofit/>
          </a:bodyPr>
          <a:lstStyle/>
          <a:p>
            <a:pPr algn="l">
              <a:defRPr/>
            </a:pPr>
            <a:r>
              <a:rPr lang="en-IN"/>
              <a:t>Deployment: </a:t>
            </a:r>
            <a:r>
              <a:rPr lang="en-US" u="sng">
                <a:hlinkClick r:id="rId3" tooltip=""/>
              </a:rPr>
              <a:t>GitHub</a:t>
            </a:r>
            <a:r>
              <a:rPr lang="en-US"/>
              <a:t>, </a:t>
            </a:r>
            <a:r>
              <a:rPr lang="en-IN" u="sng">
                <a:hlinkClick r:id="rId4" tooltip=""/>
              </a:rPr>
              <a:t>Streamlit</a:t>
            </a:r>
            <a:endParaRPr/>
          </a:p>
          <a:p>
            <a:pPr algn="l">
              <a:defRPr/>
            </a:pPr>
            <a:endParaRPr lang="en-IN"/>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57996643" name="Title 4"/>
          <p:cNvSpPr>
            <a:spLocks noGrp="1"/>
          </p:cNvSpPr>
          <p:nvPr>
            <p:ph type="title"/>
          </p:nvPr>
        </p:nvSpPr>
        <p:spPr bwMode="auto">
          <a:xfrm>
            <a:off x="1463040" y="2766218"/>
            <a:ext cx="9298744" cy="1325563"/>
          </a:xfrm>
        </p:spPr>
        <p:txBody>
          <a:bodyPr anchor="ctr">
            <a:normAutofit/>
          </a:bodyPr>
          <a:lstStyle/>
          <a:p>
            <a:pPr algn="ctr">
              <a:defRPr/>
            </a:pPr>
            <a:r>
              <a:rPr lang="en-US" sz="4000" b="1">
                <a:solidFill>
                  <a:srgbClr val="002060"/>
                </a:solidFill>
                <a:latin typeface="Arial"/>
                <a:cs typeface="Arial"/>
              </a:rPr>
              <a:t>THANK YOU</a:t>
            </a:r>
            <a:endParaRPr sz="4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Arial"/>
        <a:cs typeface="Arial"/>
      </a:majorFont>
      <a:minorFont>
        <a:latin typeface="Franklin Gothic Book"/>
        <a:ea typeface="Arial"/>
        <a:cs typeface="Arial"/>
      </a:minorFont>
    </a:fontScheme>
    <a:fmtScheme name="Dividend">
      <a:fillStyleLst>
        <a:solidFill>
          <a:schemeClr val="phClr"/>
        </a:solidFill>
        <a:gradFill>
          <a:gsLst>
            <a:gs pos="0">
              <a:schemeClr val="phClr">
                <a:tint val="68000"/>
                <a:alpha val="90000"/>
                <a:lumMod val="100000"/>
              </a:schemeClr>
            </a:gs>
            <a:gs pos="100000">
              <a:schemeClr val="phClr">
                <a:tint val="90000"/>
                <a:lumMod val="95000"/>
              </a:schemeClr>
            </a:gs>
          </a:gsLst>
          <a:lin ang="5400000" scaled="1"/>
        </a:gradFill>
        <a:gradFill>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a:gsLst>
            <a:gs pos="0">
              <a:schemeClr val="phClr">
                <a:tint val="90000"/>
                <a:lumMod val="110000"/>
              </a:schemeClr>
            </a:gs>
            <a:gs pos="88000">
              <a:schemeClr val="phClr">
                <a:shade val="94000"/>
                <a:satMod val="110000"/>
                <a:lumMod val="88000"/>
              </a:schemeClr>
            </a:gs>
          </a:gsLst>
          <a:lin ang="5400000" scaled="0"/>
        </a:gradFill>
        <a:gradFill>
          <a:gsLst>
            <a:gs pos="0">
              <a:schemeClr val="phClr">
                <a:tint val="90000"/>
                <a:lumMod val="110000"/>
              </a:schemeClr>
            </a:gs>
            <a:gs pos="100000">
              <a:schemeClr val="phClr">
                <a:shade val="98000"/>
                <a:satMod val="110000"/>
                <a:lumMod val="86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customXml/_rels/item1.xml.rels><?xml version="1.0" encoding="UTF-8" standalone="yes"?><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This value indicates the number of saves or revisions. The application is responsible for updating this value after each revision.</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1EC9528E-BD1D-4DE4-BA4D-CCC21B519129">
  <ds:schemaRefs>
    <ds:schemaRef ds:uri="http://schemas.microsoft.com/sharepoint/v3/contenttype/forms"/>
  </ds:schemaRefs>
</ds:datastoreItem>
</file>

<file path=customXml/itemProps2.xml><?xml version="1.0" encoding="utf-8"?>
<ds:datastoreItem xmlns:ds="http://schemas.openxmlformats.org/officeDocument/2006/customXml" ds:itemID="2386E783-E5E0-47E3-91BC-89A7DE55EC4E">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 ds:uri="http://www.w3.org/2001/XMLSchema-instance"/>
  </ds:schemaRefs>
</ds:datastoreItem>
</file>

<file path=customXml/itemProps3.xml><?xml version="1.0" encoding="utf-8"?>
<ds:datastoreItem xmlns:ds="http://schemas.openxmlformats.org/officeDocument/2006/customXml" ds:itemID="A741EB0E-6D9D-4D78-811D-EF1F9FD4EFE9">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http://www.w3.org/2001/XMLSchema-instance"/>
  </ds:schemaRefs>
</ds:datastoreItem>
</file>

<file path=docProps/app.xml><?xml version="1.0" encoding="utf-8"?>
<Properties xmlns="http://schemas.openxmlformats.org/officeDocument/2006/extended-properties" xmlns:vt="http://schemas.openxmlformats.org/officeDocument/2006/docPropsVTypes">
  <Template>Future forward</Template>
  <TotalTime>0</TotalTime>
  <Words>0</Words>
  <Application>ONLYOFFICE/9.4.0.129</Application>
  <PresentationFormat>On-screen Show (4:3)</PresentationFormat>
  <Paragraphs>0</Paragraphs>
  <Slides>12</Slides>
  <Notes>12</Notes>
  <HiddenSlides>0</HiddenSlides>
  <MMClips>2</MMClips>
  <ScaleCrop>0</ScaleCrop>
  <HeadingPairs>
    <vt:vector size="4" baseType="variant">
      <vt:variant>
        <vt:lpstr>Theme</vt:lpstr>
      </vt:variant>
      <vt:variant>
        <vt:i4>1</vt:i4>
      </vt:variant>
      <vt:variant>
        <vt:lpstr>Slide Titles</vt:lpstr>
      </vt:variant>
      <vt:variant>
        <vt:i4>12</vt:i4>
      </vt:variant>
    </vt:vector>
  </HeadingPairs>
  <TitlesOfParts>
    <vt:vector size="1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
  <cp:revision>24</cp:revision>
  <dcterms:created xsi:type="dcterms:W3CDTF">2021-05-26T16:50:10Z</dcterms:created>
  <dcterms:modified xsi:type="dcterms:W3CDTF">2026-06-25T19:37:00Z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